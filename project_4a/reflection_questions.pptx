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1"/>
  </p:normalViewPr>
  <p:slideViewPr>
    <p:cSldViewPr snapToGrid="0">
      <p:cViewPr varScale="1">
        <p:scale>
          <a:sx n="112" d="100"/>
          <a:sy n="112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4EA5C-C85F-C743-3C44-770B4177A0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93C85-5412-9497-4757-1A575E55A1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2FE36-F1C0-8899-F616-3BD3EC94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1695C6-6566-DCE8-DA0B-A5536810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7B35F4-9779-D335-6837-EDAF903C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36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81FA9-7725-F3DD-6F42-87C220514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ECC5E-4918-7430-7CAF-2CB9E4777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2985E-9AE3-F9F2-8A6F-7AA2875C2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1EC43-7E2D-7039-F114-C7D134847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B716F-789C-4840-8CB2-87188EFE1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21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D05D7-EB5B-3A77-E6E0-881B9A4DB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1D4B5-D56A-FE8B-DAF6-B17824C1D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37D0C-8EF6-BAAD-6AE3-991F353AF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AF82B-7B5C-4997-D8B8-141F3053D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5544D-ECAE-3803-C2F7-64E569C9F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210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51997-755B-A68F-F408-9BDBAF887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D3D5D-BBAC-AEB0-B19B-92CDBC44BC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9C8BEB-E022-D447-3796-57EB30F68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0A4829-6B08-DA7B-7039-90353037B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AD09F-BE2C-AA5A-A62D-11F59FE72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78175-714A-5CEA-5007-D8FD74CC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049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6C9AD-235F-D330-D488-BD767F4E9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BFB19-48E7-D05A-C033-1F051FA58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2FD03-B035-1A6A-5D0E-DA73BA684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ECF4DF-0005-6215-D564-DC6F54E164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9F9E47-AFCA-BDDB-C2A1-F88947B662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DB61AF-1FFF-0E8E-081E-DBEE1FA64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DD4856-A31C-D6B8-5CB2-F5951A1E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0CAFE7-6111-B61D-F5E6-26C7193B7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321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0068C-05F7-8486-BDDD-2B8D00DC6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CE3527-CCEE-835A-2EC9-B8192A968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616E7-672F-2B79-3BB2-0B0E85488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519D50-B6B5-3953-7D20-363CB855E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61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8C9DDC-DFFA-B8E6-F19B-FDC674B9D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B7ADAF-274C-1AE0-5E5E-6D902D0F7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616ED-0E30-F297-A83B-6955E11F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068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AC58C-C840-2312-1723-181528E8A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CC1-1DC6-DEEA-92AE-5CF934FD4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668564-B26E-9EDB-08DB-A122F16CA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85140C-E47B-1978-9469-7DC3A1545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D43C7-1D42-EE1A-BED3-B3E8421F8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E1C30A-AA37-AC54-85A3-6F253E79F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196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6272-C381-34D4-6502-451AB4D2B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ACF522-16C7-F69B-15FE-A7B54BE796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3607C-C925-D0A0-61F4-9EA32DED6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20222-41AB-7889-3AD1-F7FFDBE23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6B4B3-8B8F-E339-CCC0-06C12A292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455E3-975A-818B-D51B-DE78134A2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0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3B9F3-1A49-3190-C9F6-3BCB7EE39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8E483-45D1-E15E-98A4-615704C87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F892A8-98FF-B80D-AA0A-FC3C0E9F0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C589B-BD6D-A0E5-4E49-893D03A08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BF141-941C-D20E-5EBF-47833C2DA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14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5EC81D-AF94-BB47-2F62-5545D30C67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43AEE-1F84-FE2D-660D-5B7E20E53C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FBEED-5576-7210-E1F4-6D0B93FA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23E32-FB47-5414-7F20-F133AE8B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1BC9B-06BE-6CF0-00ED-65AD219A7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401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0380FA-A07A-83CA-612D-3A889447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8EBCC-A688-B67A-CC4B-283D87494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C11E3-8CEE-6AFB-2F8F-222597C7DE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F09852-5D35-6544-8526-FFF851B391B6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3F32-50A5-0305-85BC-A5B208A337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AEB72-8F80-D207-5787-396FC7D3D2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2824B-77DC-D940-9066-97982D1AD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582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4E996-FCBC-E219-9017-65F962F1E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2201" y="1769533"/>
            <a:ext cx="9872132" cy="1105430"/>
          </a:xfrm>
        </p:spPr>
        <p:txBody>
          <a:bodyPr>
            <a:normAutofit/>
          </a:bodyPr>
          <a:lstStyle/>
          <a:p>
            <a:r>
              <a:rPr lang="en-US" dirty="0"/>
              <a:t>CS 4803/8803 P4A Reflection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8E9311-0349-FD8A-5F59-792F3D35D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58571"/>
            <a:ext cx="9144000" cy="1655762"/>
          </a:xfrm>
        </p:spPr>
        <p:txBody>
          <a:bodyPr>
            <a:normAutofit/>
          </a:bodyPr>
          <a:lstStyle/>
          <a:p>
            <a:r>
              <a:rPr lang="en-US" sz="2800" dirty="0"/>
              <a:t>[Name]</a:t>
            </a:r>
          </a:p>
          <a:p>
            <a:r>
              <a:rPr lang="en-US" sz="2800" dirty="0"/>
              <a:t>[GT Email]</a:t>
            </a:r>
          </a:p>
          <a:p>
            <a:r>
              <a:rPr lang="en-US" sz="2800" dirty="0"/>
              <a:t>[GTID]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6F89707-D23C-D080-96D2-5BCA4BD51F89}"/>
              </a:ext>
            </a:extLst>
          </p:cNvPr>
          <p:cNvSpPr txBox="1">
            <a:spLocks/>
          </p:cNvSpPr>
          <p:nvPr/>
        </p:nvSpPr>
        <p:spPr>
          <a:xfrm>
            <a:off x="783167" y="4973640"/>
            <a:ext cx="10490200" cy="1105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Provide your answer on the appropriate slide.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51844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C18C-B397-6951-0A6D-955542B9D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5F9B-D63D-8BD1-417F-F1416F95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883"/>
            <a:ext cx="10515600" cy="1026583"/>
          </a:xfrm>
        </p:spPr>
        <p:txBody>
          <a:bodyPr>
            <a:normAutofit/>
          </a:bodyPr>
          <a:lstStyle/>
          <a:p>
            <a:r>
              <a:rPr lang="en-US" sz="2800" dirty="0"/>
              <a:t>What is the main innovation of Generalized-ICP? How does it expand on ICP variants before it? [1 pt]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0B2A05F-BA2E-C7BB-470B-DBA70C0A5B23}"/>
              </a:ext>
            </a:extLst>
          </p:cNvPr>
          <p:cNvSpPr txBox="1">
            <a:spLocks/>
          </p:cNvSpPr>
          <p:nvPr/>
        </p:nvSpPr>
        <p:spPr>
          <a:xfrm>
            <a:off x="838199" y="1563158"/>
            <a:ext cx="964353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i="1" dirty="0"/>
              <a:t>Type answer here</a:t>
            </a:r>
          </a:p>
        </p:txBody>
      </p:sp>
    </p:spTree>
    <p:extLst>
      <p:ext uri="{BB962C8B-B14F-4D97-AF65-F5344CB8AC3E}">
        <p14:creationId xmlns:p14="http://schemas.microsoft.com/office/powerpoint/2010/main" val="1225984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B79FE-DFB5-0B28-C50B-41DBD0776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7AB21-7A71-E718-15C1-9D1A3E7CF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883"/>
            <a:ext cx="10515600" cy="1026583"/>
          </a:xfrm>
        </p:spPr>
        <p:txBody>
          <a:bodyPr>
            <a:normAutofit/>
          </a:bodyPr>
          <a:lstStyle/>
          <a:p>
            <a:r>
              <a:rPr lang="en-US" sz="2800" dirty="0"/>
              <a:t>Explain how a point's local neighborhood geometry dictates the shape of the covariance matrix assigned to it.  [1 pt]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F1ABD5A-DB11-F0DE-7A43-885DC4B1A2F6}"/>
              </a:ext>
            </a:extLst>
          </p:cNvPr>
          <p:cNvSpPr txBox="1">
            <a:spLocks/>
          </p:cNvSpPr>
          <p:nvPr/>
        </p:nvSpPr>
        <p:spPr>
          <a:xfrm>
            <a:off x="838199" y="1563158"/>
            <a:ext cx="964353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i="1" dirty="0"/>
              <a:t>Type answer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07F86-DB24-8112-9125-DD8702B00751}"/>
              </a:ext>
            </a:extLst>
          </p:cNvPr>
          <p:cNvSpPr txBox="1">
            <a:spLocks/>
          </p:cNvSpPr>
          <p:nvPr/>
        </p:nvSpPr>
        <p:spPr>
          <a:xfrm>
            <a:off x="560069" y="6199188"/>
            <a:ext cx="10199792" cy="61478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i="1" dirty="0"/>
              <a:t>It may help to think about eigenvalues and eigenvectors in the context of the distribution of points in the neighborhood.</a:t>
            </a:r>
          </a:p>
        </p:txBody>
      </p:sp>
    </p:spTree>
    <p:extLst>
      <p:ext uri="{BB962C8B-B14F-4D97-AF65-F5344CB8AC3E}">
        <p14:creationId xmlns:p14="http://schemas.microsoft.com/office/powerpoint/2010/main" val="2034897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93</Words>
  <Application>Microsoft Macintosh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CS 4803/8803 P4A Reflection</vt:lpstr>
      <vt:lpstr>What is the main innovation of Generalized-ICP? How does it expand on ICP variants before it? [1 pt]</vt:lpstr>
      <vt:lpstr>Explain how a point's local neighborhood geometry dictates the shape of the covariance matrix assigned to it.  [1 pt]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Woodward, Matthew C</dc:creator>
  <cp:lastModifiedBy>Woodward, Matthew C</cp:lastModifiedBy>
  <cp:revision>1</cp:revision>
  <dcterms:created xsi:type="dcterms:W3CDTF">2026-04-07T22:05:53Z</dcterms:created>
  <dcterms:modified xsi:type="dcterms:W3CDTF">2026-04-07T22:09:37Z</dcterms:modified>
</cp:coreProperties>
</file>