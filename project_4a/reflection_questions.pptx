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61" r:id="rId3"/>
    <p:sldId id="262"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21"/>
  </p:normalViewPr>
  <p:slideViewPr>
    <p:cSldViewPr snapToGrid="0">
      <p:cViewPr varScale="1">
        <p:scale>
          <a:sx n="80" d="100"/>
          <a:sy n="80" d="100"/>
        </p:scale>
        <p:origin x="132" y="16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4EA5C-C85F-C743-3C44-770B4177A0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293C85-5412-9497-4757-1A575E55A1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EE2FE36-F1C0-8899-F616-3BD3EC94608D}"/>
              </a:ext>
            </a:extLst>
          </p:cNvPr>
          <p:cNvSpPr>
            <a:spLocks noGrp="1"/>
          </p:cNvSpPr>
          <p:nvPr>
            <p:ph type="dt" sz="half" idx="10"/>
          </p:nvPr>
        </p:nvSpPr>
        <p:spPr/>
        <p:txBody>
          <a:bodyPr/>
          <a:lstStyle/>
          <a:p>
            <a:fld id="{0EF09852-5D35-6544-8526-FFF851B391B6}" type="datetimeFigureOut">
              <a:rPr lang="en-US" smtClean="0"/>
              <a:t>4/14/2026</a:t>
            </a:fld>
            <a:endParaRPr lang="en-US"/>
          </a:p>
        </p:txBody>
      </p:sp>
      <p:sp>
        <p:nvSpPr>
          <p:cNvPr id="5" name="Footer Placeholder 4">
            <a:extLst>
              <a:ext uri="{FF2B5EF4-FFF2-40B4-BE49-F238E27FC236}">
                <a16:creationId xmlns:a16="http://schemas.microsoft.com/office/drawing/2014/main" id="{281695C6-6566-DCE8-DA0B-A5536810E4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7B35F4-9779-D335-6837-EDAF903C7B84}"/>
              </a:ext>
            </a:extLst>
          </p:cNvPr>
          <p:cNvSpPr>
            <a:spLocks noGrp="1"/>
          </p:cNvSpPr>
          <p:nvPr>
            <p:ph type="sldNum" sz="quarter" idx="12"/>
          </p:nvPr>
        </p:nvSpPr>
        <p:spPr/>
        <p:txBody>
          <a:bodyPr/>
          <a:lstStyle/>
          <a:p>
            <a:fld id="{D872824B-77DC-D940-9066-97982D1AD52F}" type="slidenum">
              <a:rPr lang="en-US" smtClean="0"/>
              <a:t>‹#›</a:t>
            </a:fld>
            <a:endParaRPr lang="en-US"/>
          </a:p>
        </p:txBody>
      </p:sp>
    </p:spTree>
    <p:extLst>
      <p:ext uri="{BB962C8B-B14F-4D97-AF65-F5344CB8AC3E}">
        <p14:creationId xmlns:p14="http://schemas.microsoft.com/office/powerpoint/2010/main" val="720369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81FA9-7725-F3DD-6F42-87C2205146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7ECC5E-4918-7430-7CAF-2CB9E47777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72985E-9AE3-F9F2-8A6F-7AA2875C2ABF}"/>
              </a:ext>
            </a:extLst>
          </p:cNvPr>
          <p:cNvSpPr>
            <a:spLocks noGrp="1"/>
          </p:cNvSpPr>
          <p:nvPr>
            <p:ph type="dt" sz="half" idx="10"/>
          </p:nvPr>
        </p:nvSpPr>
        <p:spPr/>
        <p:txBody>
          <a:bodyPr/>
          <a:lstStyle/>
          <a:p>
            <a:fld id="{0EF09852-5D35-6544-8526-FFF851B391B6}" type="datetimeFigureOut">
              <a:rPr lang="en-US" smtClean="0"/>
              <a:t>4/14/2026</a:t>
            </a:fld>
            <a:endParaRPr lang="en-US"/>
          </a:p>
        </p:txBody>
      </p:sp>
      <p:sp>
        <p:nvSpPr>
          <p:cNvPr id="5" name="Footer Placeholder 4">
            <a:extLst>
              <a:ext uri="{FF2B5EF4-FFF2-40B4-BE49-F238E27FC236}">
                <a16:creationId xmlns:a16="http://schemas.microsoft.com/office/drawing/2014/main" id="{3CF1EC43-7E2D-7039-F114-C7D134847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AB716F-789C-4840-8CB2-87188EFE17F1}"/>
              </a:ext>
            </a:extLst>
          </p:cNvPr>
          <p:cNvSpPr>
            <a:spLocks noGrp="1"/>
          </p:cNvSpPr>
          <p:nvPr>
            <p:ph type="sldNum" sz="quarter" idx="12"/>
          </p:nvPr>
        </p:nvSpPr>
        <p:spPr/>
        <p:txBody>
          <a:bodyPr/>
          <a:lstStyle/>
          <a:p>
            <a:fld id="{D872824B-77DC-D940-9066-97982D1AD52F}" type="slidenum">
              <a:rPr lang="en-US" smtClean="0"/>
              <a:t>‹#›</a:t>
            </a:fld>
            <a:endParaRPr lang="en-US"/>
          </a:p>
        </p:txBody>
      </p:sp>
    </p:spTree>
    <p:extLst>
      <p:ext uri="{BB962C8B-B14F-4D97-AF65-F5344CB8AC3E}">
        <p14:creationId xmlns:p14="http://schemas.microsoft.com/office/powerpoint/2010/main" val="12687216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D05D7-EB5B-3A77-E6E0-881B9A4DBE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C1D4B5-D56A-FE8B-DAF6-B17824C1DE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237D0C-8EF6-BAAD-6AE3-991F353AFDA6}"/>
              </a:ext>
            </a:extLst>
          </p:cNvPr>
          <p:cNvSpPr>
            <a:spLocks noGrp="1"/>
          </p:cNvSpPr>
          <p:nvPr>
            <p:ph type="dt" sz="half" idx="10"/>
          </p:nvPr>
        </p:nvSpPr>
        <p:spPr/>
        <p:txBody>
          <a:bodyPr/>
          <a:lstStyle/>
          <a:p>
            <a:fld id="{0EF09852-5D35-6544-8526-FFF851B391B6}" type="datetimeFigureOut">
              <a:rPr lang="en-US" smtClean="0"/>
              <a:t>4/14/2026</a:t>
            </a:fld>
            <a:endParaRPr lang="en-US"/>
          </a:p>
        </p:txBody>
      </p:sp>
      <p:sp>
        <p:nvSpPr>
          <p:cNvPr id="5" name="Footer Placeholder 4">
            <a:extLst>
              <a:ext uri="{FF2B5EF4-FFF2-40B4-BE49-F238E27FC236}">
                <a16:creationId xmlns:a16="http://schemas.microsoft.com/office/drawing/2014/main" id="{1E6AF82B-7B5C-4997-D8B8-141F3053D2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85544D-ECAE-3803-C2F7-64E569C9F37D}"/>
              </a:ext>
            </a:extLst>
          </p:cNvPr>
          <p:cNvSpPr>
            <a:spLocks noGrp="1"/>
          </p:cNvSpPr>
          <p:nvPr>
            <p:ph type="sldNum" sz="quarter" idx="12"/>
          </p:nvPr>
        </p:nvSpPr>
        <p:spPr/>
        <p:txBody>
          <a:bodyPr/>
          <a:lstStyle/>
          <a:p>
            <a:fld id="{D872824B-77DC-D940-9066-97982D1AD52F}" type="slidenum">
              <a:rPr lang="en-US" smtClean="0"/>
              <a:t>‹#›</a:t>
            </a:fld>
            <a:endParaRPr lang="en-US"/>
          </a:p>
        </p:txBody>
      </p:sp>
    </p:spTree>
    <p:extLst>
      <p:ext uri="{BB962C8B-B14F-4D97-AF65-F5344CB8AC3E}">
        <p14:creationId xmlns:p14="http://schemas.microsoft.com/office/powerpoint/2010/main" val="960210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51997-755B-A68F-F408-9BDBAF8875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9D3D5D-BBAC-AEB0-B19B-92CDBC44BC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49C8BEB-E022-D447-3796-57EB30F68E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0A4829-6B08-DA7B-7039-90353037B33B}"/>
              </a:ext>
            </a:extLst>
          </p:cNvPr>
          <p:cNvSpPr>
            <a:spLocks noGrp="1"/>
          </p:cNvSpPr>
          <p:nvPr>
            <p:ph type="dt" sz="half" idx="10"/>
          </p:nvPr>
        </p:nvSpPr>
        <p:spPr/>
        <p:txBody>
          <a:bodyPr/>
          <a:lstStyle/>
          <a:p>
            <a:fld id="{0EF09852-5D35-6544-8526-FFF851B391B6}" type="datetimeFigureOut">
              <a:rPr lang="en-US" smtClean="0"/>
              <a:t>4/14/2026</a:t>
            </a:fld>
            <a:endParaRPr lang="en-US"/>
          </a:p>
        </p:txBody>
      </p:sp>
      <p:sp>
        <p:nvSpPr>
          <p:cNvPr id="6" name="Footer Placeholder 5">
            <a:extLst>
              <a:ext uri="{FF2B5EF4-FFF2-40B4-BE49-F238E27FC236}">
                <a16:creationId xmlns:a16="http://schemas.microsoft.com/office/drawing/2014/main" id="{3F8AD09F-BE2C-AA5A-A62D-11F59FE72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378175-714A-5CEA-5007-D8FD74CC67EB}"/>
              </a:ext>
            </a:extLst>
          </p:cNvPr>
          <p:cNvSpPr>
            <a:spLocks noGrp="1"/>
          </p:cNvSpPr>
          <p:nvPr>
            <p:ph type="sldNum" sz="quarter" idx="12"/>
          </p:nvPr>
        </p:nvSpPr>
        <p:spPr/>
        <p:txBody>
          <a:bodyPr/>
          <a:lstStyle/>
          <a:p>
            <a:fld id="{D872824B-77DC-D940-9066-97982D1AD52F}" type="slidenum">
              <a:rPr lang="en-US" smtClean="0"/>
              <a:t>‹#›</a:t>
            </a:fld>
            <a:endParaRPr lang="en-US"/>
          </a:p>
        </p:txBody>
      </p:sp>
    </p:spTree>
    <p:extLst>
      <p:ext uri="{BB962C8B-B14F-4D97-AF65-F5344CB8AC3E}">
        <p14:creationId xmlns:p14="http://schemas.microsoft.com/office/powerpoint/2010/main" val="1676049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6C9AD-235F-D330-D488-BD767F4E98C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61BFB19-48E7-D05A-C033-1F051FA586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62FD03-B035-1A6A-5D0E-DA73BA6843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ECF4DF-0005-6215-D564-DC6F54E164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9F9E47-AFCA-BDDB-C2A1-F88947B662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2DB61AF-1FFF-0E8E-081E-DBEE1FA64494}"/>
              </a:ext>
            </a:extLst>
          </p:cNvPr>
          <p:cNvSpPr>
            <a:spLocks noGrp="1"/>
          </p:cNvSpPr>
          <p:nvPr>
            <p:ph type="dt" sz="half" idx="10"/>
          </p:nvPr>
        </p:nvSpPr>
        <p:spPr/>
        <p:txBody>
          <a:bodyPr/>
          <a:lstStyle/>
          <a:p>
            <a:fld id="{0EF09852-5D35-6544-8526-FFF851B391B6}" type="datetimeFigureOut">
              <a:rPr lang="en-US" smtClean="0"/>
              <a:t>4/14/2026</a:t>
            </a:fld>
            <a:endParaRPr lang="en-US"/>
          </a:p>
        </p:txBody>
      </p:sp>
      <p:sp>
        <p:nvSpPr>
          <p:cNvPr id="8" name="Footer Placeholder 7">
            <a:extLst>
              <a:ext uri="{FF2B5EF4-FFF2-40B4-BE49-F238E27FC236}">
                <a16:creationId xmlns:a16="http://schemas.microsoft.com/office/drawing/2014/main" id="{7ADD4856-A31C-D6B8-5CB2-F5951A1E37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90CAFE7-6111-B61D-F5E6-26C7193B789E}"/>
              </a:ext>
            </a:extLst>
          </p:cNvPr>
          <p:cNvSpPr>
            <a:spLocks noGrp="1"/>
          </p:cNvSpPr>
          <p:nvPr>
            <p:ph type="sldNum" sz="quarter" idx="12"/>
          </p:nvPr>
        </p:nvSpPr>
        <p:spPr/>
        <p:txBody>
          <a:bodyPr/>
          <a:lstStyle/>
          <a:p>
            <a:fld id="{D872824B-77DC-D940-9066-97982D1AD52F}" type="slidenum">
              <a:rPr lang="en-US" smtClean="0"/>
              <a:t>‹#›</a:t>
            </a:fld>
            <a:endParaRPr lang="en-US"/>
          </a:p>
        </p:txBody>
      </p:sp>
    </p:spTree>
    <p:extLst>
      <p:ext uri="{BB962C8B-B14F-4D97-AF65-F5344CB8AC3E}">
        <p14:creationId xmlns:p14="http://schemas.microsoft.com/office/powerpoint/2010/main" val="1505321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0068C-05F7-8486-BDDD-2B8D00DC62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CE3527-CCEE-835A-2EC9-B8192A968850}"/>
              </a:ext>
            </a:extLst>
          </p:cNvPr>
          <p:cNvSpPr>
            <a:spLocks noGrp="1"/>
          </p:cNvSpPr>
          <p:nvPr>
            <p:ph type="dt" sz="half" idx="10"/>
          </p:nvPr>
        </p:nvSpPr>
        <p:spPr/>
        <p:txBody>
          <a:bodyPr/>
          <a:lstStyle/>
          <a:p>
            <a:fld id="{0EF09852-5D35-6544-8526-FFF851B391B6}" type="datetimeFigureOut">
              <a:rPr lang="en-US" smtClean="0"/>
              <a:t>4/14/2026</a:t>
            </a:fld>
            <a:endParaRPr lang="en-US"/>
          </a:p>
        </p:txBody>
      </p:sp>
      <p:sp>
        <p:nvSpPr>
          <p:cNvPr id="4" name="Footer Placeholder 3">
            <a:extLst>
              <a:ext uri="{FF2B5EF4-FFF2-40B4-BE49-F238E27FC236}">
                <a16:creationId xmlns:a16="http://schemas.microsoft.com/office/drawing/2014/main" id="{D55616E7-672F-2B79-3BB2-0B0E85488B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8519D50-B6B5-3953-7D20-363CB855E839}"/>
              </a:ext>
            </a:extLst>
          </p:cNvPr>
          <p:cNvSpPr>
            <a:spLocks noGrp="1"/>
          </p:cNvSpPr>
          <p:nvPr>
            <p:ph type="sldNum" sz="quarter" idx="12"/>
          </p:nvPr>
        </p:nvSpPr>
        <p:spPr/>
        <p:txBody>
          <a:bodyPr/>
          <a:lstStyle/>
          <a:p>
            <a:fld id="{D872824B-77DC-D940-9066-97982D1AD52F}" type="slidenum">
              <a:rPr lang="en-US" smtClean="0"/>
              <a:t>‹#›</a:t>
            </a:fld>
            <a:endParaRPr lang="en-US"/>
          </a:p>
        </p:txBody>
      </p:sp>
    </p:spTree>
    <p:extLst>
      <p:ext uri="{BB962C8B-B14F-4D97-AF65-F5344CB8AC3E}">
        <p14:creationId xmlns:p14="http://schemas.microsoft.com/office/powerpoint/2010/main" val="3172361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8C9DDC-DFFA-B8E6-F19B-FDC674B9D1D8}"/>
              </a:ext>
            </a:extLst>
          </p:cNvPr>
          <p:cNvSpPr>
            <a:spLocks noGrp="1"/>
          </p:cNvSpPr>
          <p:nvPr>
            <p:ph type="dt" sz="half" idx="10"/>
          </p:nvPr>
        </p:nvSpPr>
        <p:spPr/>
        <p:txBody>
          <a:bodyPr/>
          <a:lstStyle/>
          <a:p>
            <a:fld id="{0EF09852-5D35-6544-8526-FFF851B391B6}" type="datetimeFigureOut">
              <a:rPr lang="en-US" smtClean="0"/>
              <a:t>4/14/2026</a:t>
            </a:fld>
            <a:endParaRPr lang="en-US"/>
          </a:p>
        </p:txBody>
      </p:sp>
      <p:sp>
        <p:nvSpPr>
          <p:cNvPr id="3" name="Footer Placeholder 2">
            <a:extLst>
              <a:ext uri="{FF2B5EF4-FFF2-40B4-BE49-F238E27FC236}">
                <a16:creationId xmlns:a16="http://schemas.microsoft.com/office/drawing/2014/main" id="{A1B7ADAF-274C-1AE0-5E5E-6D902D0F757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4F616ED-0E30-F297-A83B-6955E11F70C6}"/>
              </a:ext>
            </a:extLst>
          </p:cNvPr>
          <p:cNvSpPr>
            <a:spLocks noGrp="1"/>
          </p:cNvSpPr>
          <p:nvPr>
            <p:ph type="sldNum" sz="quarter" idx="12"/>
          </p:nvPr>
        </p:nvSpPr>
        <p:spPr/>
        <p:txBody>
          <a:bodyPr/>
          <a:lstStyle/>
          <a:p>
            <a:fld id="{D872824B-77DC-D940-9066-97982D1AD52F}" type="slidenum">
              <a:rPr lang="en-US" smtClean="0"/>
              <a:t>‹#›</a:t>
            </a:fld>
            <a:endParaRPr lang="en-US"/>
          </a:p>
        </p:txBody>
      </p:sp>
    </p:spTree>
    <p:extLst>
      <p:ext uri="{BB962C8B-B14F-4D97-AF65-F5344CB8AC3E}">
        <p14:creationId xmlns:p14="http://schemas.microsoft.com/office/powerpoint/2010/main" val="4170068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AC58C-C840-2312-1723-181528E8A6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197CC1-1DC6-DEEA-92AE-5CF934FD48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C668564-B26E-9EDB-08DB-A122F16CAB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85140C-E47B-1978-9469-7DC3A1545175}"/>
              </a:ext>
            </a:extLst>
          </p:cNvPr>
          <p:cNvSpPr>
            <a:spLocks noGrp="1"/>
          </p:cNvSpPr>
          <p:nvPr>
            <p:ph type="dt" sz="half" idx="10"/>
          </p:nvPr>
        </p:nvSpPr>
        <p:spPr/>
        <p:txBody>
          <a:bodyPr/>
          <a:lstStyle/>
          <a:p>
            <a:fld id="{0EF09852-5D35-6544-8526-FFF851B391B6}" type="datetimeFigureOut">
              <a:rPr lang="en-US" smtClean="0"/>
              <a:t>4/14/2026</a:t>
            </a:fld>
            <a:endParaRPr lang="en-US"/>
          </a:p>
        </p:txBody>
      </p:sp>
      <p:sp>
        <p:nvSpPr>
          <p:cNvPr id="6" name="Footer Placeholder 5">
            <a:extLst>
              <a:ext uri="{FF2B5EF4-FFF2-40B4-BE49-F238E27FC236}">
                <a16:creationId xmlns:a16="http://schemas.microsoft.com/office/drawing/2014/main" id="{5BFD43C7-1D42-EE1A-BED3-B3E8421F88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E1C30A-AA37-AC54-85A3-6F253E79F196}"/>
              </a:ext>
            </a:extLst>
          </p:cNvPr>
          <p:cNvSpPr>
            <a:spLocks noGrp="1"/>
          </p:cNvSpPr>
          <p:nvPr>
            <p:ph type="sldNum" sz="quarter" idx="12"/>
          </p:nvPr>
        </p:nvSpPr>
        <p:spPr/>
        <p:txBody>
          <a:bodyPr/>
          <a:lstStyle/>
          <a:p>
            <a:fld id="{D872824B-77DC-D940-9066-97982D1AD52F}" type="slidenum">
              <a:rPr lang="en-US" smtClean="0"/>
              <a:t>‹#›</a:t>
            </a:fld>
            <a:endParaRPr lang="en-US"/>
          </a:p>
        </p:txBody>
      </p:sp>
    </p:spTree>
    <p:extLst>
      <p:ext uri="{BB962C8B-B14F-4D97-AF65-F5344CB8AC3E}">
        <p14:creationId xmlns:p14="http://schemas.microsoft.com/office/powerpoint/2010/main" val="2989196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86272-C381-34D4-6502-451AB4D2B9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0ACF522-16C7-F69B-15FE-A7B54BE796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013607C-C925-D0A0-61F4-9EA32DED60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120222-41AB-7889-3AD1-F7FFDBE23F93}"/>
              </a:ext>
            </a:extLst>
          </p:cNvPr>
          <p:cNvSpPr>
            <a:spLocks noGrp="1"/>
          </p:cNvSpPr>
          <p:nvPr>
            <p:ph type="dt" sz="half" idx="10"/>
          </p:nvPr>
        </p:nvSpPr>
        <p:spPr/>
        <p:txBody>
          <a:bodyPr/>
          <a:lstStyle/>
          <a:p>
            <a:fld id="{0EF09852-5D35-6544-8526-FFF851B391B6}" type="datetimeFigureOut">
              <a:rPr lang="en-US" smtClean="0"/>
              <a:t>4/14/2026</a:t>
            </a:fld>
            <a:endParaRPr lang="en-US"/>
          </a:p>
        </p:txBody>
      </p:sp>
      <p:sp>
        <p:nvSpPr>
          <p:cNvPr id="6" name="Footer Placeholder 5">
            <a:extLst>
              <a:ext uri="{FF2B5EF4-FFF2-40B4-BE49-F238E27FC236}">
                <a16:creationId xmlns:a16="http://schemas.microsoft.com/office/drawing/2014/main" id="{8786B4B3-8B8F-E339-CCC0-06C12A292D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455E3-975A-818B-D51B-DE78134A2BEB}"/>
              </a:ext>
            </a:extLst>
          </p:cNvPr>
          <p:cNvSpPr>
            <a:spLocks noGrp="1"/>
          </p:cNvSpPr>
          <p:nvPr>
            <p:ph type="sldNum" sz="quarter" idx="12"/>
          </p:nvPr>
        </p:nvSpPr>
        <p:spPr/>
        <p:txBody>
          <a:bodyPr/>
          <a:lstStyle/>
          <a:p>
            <a:fld id="{D872824B-77DC-D940-9066-97982D1AD52F}" type="slidenum">
              <a:rPr lang="en-US" smtClean="0"/>
              <a:t>‹#›</a:t>
            </a:fld>
            <a:endParaRPr lang="en-US"/>
          </a:p>
        </p:txBody>
      </p:sp>
    </p:spTree>
    <p:extLst>
      <p:ext uri="{BB962C8B-B14F-4D97-AF65-F5344CB8AC3E}">
        <p14:creationId xmlns:p14="http://schemas.microsoft.com/office/powerpoint/2010/main" val="1224909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3B9F3-1A49-3190-C9F6-3BCB7EE394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08E483-45D1-E15E-98A4-615704C876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F892A8-98FF-B80D-AA0A-FC3C0E9F0E32}"/>
              </a:ext>
            </a:extLst>
          </p:cNvPr>
          <p:cNvSpPr>
            <a:spLocks noGrp="1"/>
          </p:cNvSpPr>
          <p:nvPr>
            <p:ph type="dt" sz="half" idx="10"/>
          </p:nvPr>
        </p:nvSpPr>
        <p:spPr/>
        <p:txBody>
          <a:bodyPr/>
          <a:lstStyle/>
          <a:p>
            <a:fld id="{0EF09852-5D35-6544-8526-FFF851B391B6}" type="datetimeFigureOut">
              <a:rPr lang="en-US" smtClean="0"/>
              <a:t>4/14/2026</a:t>
            </a:fld>
            <a:endParaRPr lang="en-US"/>
          </a:p>
        </p:txBody>
      </p:sp>
      <p:sp>
        <p:nvSpPr>
          <p:cNvPr id="5" name="Footer Placeholder 4">
            <a:extLst>
              <a:ext uri="{FF2B5EF4-FFF2-40B4-BE49-F238E27FC236}">
                <a16:creationId xmlns:a16="http://schemas.microsoft.com/office/drawing/2014/main" id="{27BC589B-BD6D-A0E5-4E49-893D03A08E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CBF141-941C-D20E-5EBF-47833C2DA71B}"/>
              </a:ext>
            </a:extLst>
          </p:cNvPr>
          <p:cNvSpPr>
            <a:spLocks noGrp="1"/>
          </p:cNvSpPr>
          <p:nvPr>
            <p:ph type="sldNum" sz="quarter" idx="12"/>
          </p:nvPr>
        </p:nvSpPr>
        <p:spPr/>
        <p:txBody>
          <a:bodyPr/>
          <a:lstStyle/>
          <a:p>
            <a:fld id="{D872824B-77DC-D940-9066-97982D1AD52F}" type="slidenum">
              <a:rPr lang="en-US" smtClean="0"/>
              <a:t>‹#›</a:t>
            </a:fld>
            <a:endParaRPr lang="en-US"/>
          </a:p>
        </p:txBody>
      </p:sp>
    </p:spTree>
    <p:extLst>
      <p:ext uri="{BB962C8B-B14F-4D97-AF65-F5344CB8AC3E}">
        <p14:creationId xmlns:p14="http://schemas.microsoft.com/office/powerpoint/2010/main" val="1128314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5EC81D-AF94-BB47-2F62-5545D30C673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F243AEE-1F84-FE2D-660D-5B7E20E53C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EFBEED-5576-7210-E1F4-6D0B93FA5527}"/>
              </a:ext>
            </a:extLst>
          </p:cNvPr>
          <p:cNvSpPr>
            <a:spLocks noGrp="1"/>
          </p:cNvSpPr>
          <p:nvPr>
            <p:ph type="dt" sz="half" idx="10"/>
          </p:nvPr>
        </p:nvSpPr>
        <p:spPr/>
        <p:txBody>
          <a:bodyPr/>
          <a:lstStyle/>
          <a:p>
            <a:fld id="{0EF09852-5D35-6544-8526-FFF851B391B6}" type="datetimeFigureOut">
              <a:rPr lang="en-US" smtClean="0"/>
              <a:t>4/14/2026</a:t>
            </a:fld>
            <a:endParaRPr lang="en-US"/>
          </a:p>
        </p:txBody>
      </p:sp>
      <p:sp>
        <p:nvSpPr>
          <p:cNvPr id="5" name="Footer Placeholder 4">
            <a:extLst>
              <a:ext uri="{FF2B5EF4-FFF2-40B4-BE49-F238E27FC236}">
                <a16:creationId xmlns:a16="http://schemas.microsoft.com/office/drawing/2014/main" id="{61723E32-FB47-5414-7F20-F133AE8BCD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31BC9B-06BE-6CF0-00ED-65AD219A7994}"/>
              </a:ext>
            </a:extLst>
          </p:cNvPr>
          <p:cNvSpPr>
            <a:spLocks noGrp="1"/>
          </p:cNvSpPr>
          <p:nvPr>
            <p:ph type="sldNum" sz="quarter" idx="12"/>
          </p:nvPr>
        </p:nvSpPr>
        <p:spPr/>
        <p:txBody>
          <a:bodyPr/>
          <a:lstStyle/>
          <a:p>
            <a:fld id="{D872824B-77DC-D940-9066-97982D1AD52F}" type="slidenum">
              <a:rPr lang="en-US" smtClean="0"/>
              <a:t>‹#›</a:t>
            </a:fld>
            <a:endParaRPr lang="en-US"/>
          </a:p>
        </p:txBody>
      </p:sp>
    </p:spTree>
    <p:extLst>
      <p:ext uri="{BB962C8B-B14F-4D97-AF65-F5344CB8AC3E}">
        <p14:creationId xmlns:p14="http://schemas.microsoft.com/office/powerpoint/2010/main" val="4152401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0380FA-A07A-83CA-612D-3A889447EE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B8EBCC-A688-B67A-CC4B-283D874947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1C11E3-8CEE-6AFB-2F8F-222597C7DE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F09852-5D35-6544-8526-FFF851B391B6}" type="datetimeFigureOut">
              <a:rPr lang="en-US" smtClean="0"/>
              <a:t>4/14/2026</a:t>
            </a:fld>
            <a:endParaRPr lang="en-US"/>
          </a:p>
        </p:txBody>
      </p:sp>
      <p:sp>
        <p:nvSpPr>
          <p:cNvPr id="5" name="Footer Placeholder 4">
            <a:extLst>
              <a:ext uri="{FF2B5EF4-FFF2-40B4-BE49-F238E27FC236}">
                <a16:creationId xmlns:a16="http://schemas.microsoft.com/office/drawing/2014/main" id="{78403F32-50A5-0305-85BC-A5B208A337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83AEB72-8F80-D207-5787-396FC7D3D2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72824B-77DC-D940-9066-97982D1AD52F}" type="slidenum">
              <a:rPr lang="en-US" smtClean="0"/>
              <a:t>‹#›</a:t>
            </a:fld>
            <a:endParaRPr lang="en-US"/>
          </a:p>
        </p:txBody>
      </p:sp>
    </p:spTree>
    <p:extLst>
      <p:ext uri="{BB962C8B-B14F-4D97-AF65-F5344CB8AC3E}">
        <p14:creationId xmlns:p14="http://schemas.microsoft.com/office/powerpoint/2010/main" val="11485829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omediratta3@gatech.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4E996-FCBC-E219-9017-65F962F1E87B}"/>
              </a:ext>
            </a:extLst>
          </p:cNvPr>
          <p:cNvSpPr>
            <a:spLocks noGrp="1"/>
          </p:cNvSpPr>
          <p:nvPr>
            <p:ph type="ctrTitle"/>
          </p:nvPr>
        </p:nvSpPr>
        <p:spPr>
          <a:xfrm>
            <a:off x="1092201" y="1769533"/>
            <a:ext cx="9872132" cy="1105430"/>
          </a:xfrm>
        </p:spPr>
        <p:txBody>
          <a:bodyPr>
            <a:normAutofit/>
          </a:bodyPr>
          <a:lstStyle/>
          <a:p>
            <a:r>
              <a:rPr lang="en-US" dirty="0"/>
              <a:t>CS 4803/8803 P4A Reflection</a:t>
            </a:r>
          </a:p>
        </p:txBody>
      </p:sp>
      <p:sp>
        <p:nvSpPr>
          <p:cNvPr id="3" name="Subtitle 2">
            <a:extLst>
              <a:ext uri="{FF2B5EF4-FFF2-40B4-BE49-F238E27FC236}">
                <a16:creationId xmlns:a16="http://schemas.microsoft.com/office/drawing/2014/main" id="{498E9311-0349-FD8A-5F59-792F3D35D5E2}"/>
              </a:ext>
            </a:extLst>
          </p:cNvPr>
          <p:cNvSpPr>
            <a:spLocks noGrp="1"/>
          </p:cNvSpPr>
          <p:nvPr>
            <p:ph type="subTitle" idx="1"/>
          </p:nvPr>
        </p:nvSpPr>
        <p:spPr>
          <a:xfrm>
            <a:off x="1524000" y="2958571"/>
            <a:ext cx="9144000" cy="1655762"/>
          </a:xfrm>
        </p:spPr>
        <p:txBody>
          <a:bodyPr>
            <a:normAutofit/>
          </a:bodyPr>
          <a:lstStyle/>
          <a:p>
            <a:r>
              <a:rPr lang="en-US" sz="2800" dirty="0"/>
              <a:t>Ojas Mediratta</a:t>
            </a:r>
          </a:p>
          <a:p>
            <a:r>
              <a:rPr lang="en-US" sz="2800" dirty="0">
                <a:hlinkClick r:id="rId2"/>
              </a:rPr>
              <a:t>omediratta3@gatech.edu</a:t>
            </a:r>
            <a:r>
              <a:rPr lang="en-US" sz="2800" dirty="0"/>
              <a:t> </a:t>
            </a:r>
          </a:p>
          <a:p>
            <a:r>
              <a:rPr lang="en-US" sz="2800" dirty="0"/>
              <a:t>903678112</a:t>
            </a:r>
          </a:p>
        </p:txBody>
      </p:sp>
      <p:sp>
        <p:nvSpPr>
          <p:cNvPr id="4" name="Subtitle 2">
            <a:extLst>
              <a:ext uri="{FF2B5EF4-FFF2-40B4-BE49-F238E27FC236}">
                <a16:creationId xmlns:a16="http://schemas.microsoft.com/office/drawing/2014/main" id="{E6F89707-D23C-D080-96D2-5BCA4BD51F89}"/>
              </a:ext>
            </a:extLst>
          </p:cNvPr>
          <p:cNvSpPr txBox="1">
            <a:spLocks/>
          </p:cNvSpPr>
          <p:nvPr/>
        </p:nvSpPr>
        <p:spPr>
          <a:xfrm>
            <a:off x="783167" y="4973640"/>
            <a:ext cx="10490200" cy="110543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Provide your answer on the appropriate slide.</a:t>
            </a:r>
            <a:endParaRPr lang="en-US" sz="2000" dirty="0"/>
          </a:p>
        </p:txBody>
      </p:sp>
    </p:spTree>
    <p:extLst>
      <p:ext uri="{BB962C8B-B14F-4D97-AF65-F5344CB8AC3E}">
        <p14:creationId xmlns:p14="http://schemas.microsoft.com/office/powerpoint/2010/main" val="3651844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5C18C-B397-6951-0A6D-955542B9D3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895F9B-D63D-8BD1-417F-F1416F95F625}"/>
              </a:ext>
            </a:extLst>
          </p:cNvPr>
          <p:cNvSpPr>
            <a:spLocks noGrp="1"/>
          </p:cNvSpPr>
          <p:nvPr>
            <p:ph type="title"/>
          </p:nvPr>
        </p:nvSpPr>
        <p:spPr>
          <a:xfrm>
            <a:off x="838200" y="251883"/>
            <a:ext cx="10515600" cy="1026583"/>
          </a:xfrm>
        </p:spPr>
        <p:txBody>
          <a:bodyPr>
            <a:normAutofit/>
          </a:bodyPr>
          <a:lstStyle/>
          <a:p>
            <a:r>
              <a:rPr lang="en-US" sz="2800" dirty="0"/>
              <a:t>What is the main innovation of Generalized-ICP? How does it expand on ICP variants before it? [1 pt]</a:t>
            </a:r>
          </a:p>
        </p:txBody>
      </p:sp>
      <p:sp>
        <p:nvSpPr>
          <p:cNvPr id="6" name="Content Placeholder 2">
            <a:extLst>
              <a:ext uri="{FF2B5EF4-FFF2-40B4-BE49-F238E27FC236}">
                <a16:creationId xmlns:a16="http://schemas.microsoft.com/office/drawing/2014/main" id="{30B2A05F-BA2E-C7BB-470B-DBA70C0A5B23}"/>
              </a:ext>
            </a:extLst>
          </p:cNvPr>
          <p:cNvSpPr txBox="1">
            <a:spLocks/>
          </p:cNvSpPr>
          <p:nvPr/>
        </p:nvSpPr>
        <p:spPr>
          <a:xfrm>
            <a:off x="838199" y="1563158"/>
            <a:ext cx="964353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a:t>The main idea behind Generalized-ICP is that it puts regular ICP and point-to-plane ICP into one probabilistic framework, then uses the local surface structure from both point clouds instead of just one. So instead of basically doing point-to-point or point-to-plane matching, it acts more like plane-to-plane matching. It still keeps the normal ICP correspondence step, which is nice because it stays fast, but the error being minimized is smarter and uses more geometric information. It extends earlier ICP </a:t>
            </a:r>
            <a:r>
              <a:rPr lang="en-US" sz="2400" i="1" dirty="0" err="1"/>
              <a:t>vraiants</a:t>
            </a:r>
            <a:r>
              <a:rPr lang="en-US" sz="2400" i="1" dirty="0"/>
              <a:t> by generalizing them into one framework and uses more of the local surface information.</a:t>
            </a:r>
          </a:p>
        </p:txBody>
      </p:sp>
    </p:spTree>
    <p:extLst>
      <p:ext uri="{BB962C8B-B14F-4D97-AF65-F5344CB8AC3E}">
        <p14:creationId xmlns:p14="http://schemas.microsoft.com/office/powerpoint/2010/main" val="1225984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B79FE-DFB5-0B28-C50B-41DBD0776D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77AB21-7A71-E718-15C1-9D1A3E7CF42E}"/>
              </a:ext>
            </a:extLst>
          </p:cNvPr>
          <p:cNvSpPr>
            <a:spLocks noGrp="1"/>
          </p:cNvSpPr>
          <p:nvPr>
            <p:ph type="title"/>
          </p:nvPr>
        </p:nvSpPr>
        <p:spPr>
          <a:xfrm>
            <a:off x="838200" y="251883"/>
            <a:ext cx="10515600" cy="1026583"/>
          </a:xfrm>
        </p:spPr>
        <p:txBody>
          <a:bodyPr>
            <a:normAutofit/>
          </a:bodyPr>
          <a:lstStyle/>
          <a:p>
            <a:r>
              <a:rPr lang="en-US" sz="2800" dirty="0"/>
              <a:t>Explain how a point's local neighborhood geometry dictates the shape of the covariance matrix assigned to it.  [1 pt]</a:t>
            </a:r>
          </a:p>
        </p:txBody>
      </p:sp>
      <p:sp>
        <p:nvSpPr>
          <p:cNvPr id="6" name="Content Placeholder 2">
            <a:extLst>
              <a:ext uri="{FF2B5EF4-FFF2-40B4-BE49-F238E27FC236}">
                <a16:creationId xmlns:a16="http://schemas.microsoft.com/office/drawing/2014/main" id="{2F1ABD5A-DB11-F0DE-7A43-885DC4B1A2F6}"/>
              </a:ext>
            </a:extLst>
          </p:cNvPr>
          <p:cNvSpPr txBox="1">
            <a:spLocks/>
          </p:cNvSpPr>
          <p:nvPr/>
        </p:nvSpPr>
        <p:spPr>
          <a:xfrm>
            <a:off x="838199" y="1563158"/>
            <a:ext cx="964353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a:t>The covariance matrix depends on how the nearby points are spread out around a point. If the neighborhood looks like a local plane, then the points spread a lot in the two directions along that plane, but not much in the direction normal to it. So the covariance should be large in the in-plane directions and very small in the normal direction. In terms of eigenvalues and eigenvectors, the eigenvector with the smallest eigenvalue is the surface normal, because that is the direction with the least variation. The other two eigenvectors lie along the local surface, where the variation is bigger. So the covariance ends up looking like a flattened ellipsoid aligned with the local geometry.</a:t>
            </a:r>
          </a:p>
        </p:txBody>
      </p:sp>
      <p:sp>
        <p:nvSpPr>
          <p:cNvPr id="3" name="Content Placeholder 2">
            <a:extLst>
              <a:ext uri="{FF2B5EF4-FFF2-40B4-BE49-F238E27FC236}">
                <a16:creationId xmlns:a16="http://schemas.microsoft.com/office/drawing/2014/main" id="{17607F86-DB24-8112-9125-DD8702B00751}"/>
              </a:ext>
            </a:extLst>
          </p:cNvPr>
          <p:cNvSpPr txBox="1">
            <a:spLocks/>
          </p:cNvSpPr>
          <p:nvPr/>
        </p:nvSpPr>
        <p:spPr>
          <a:xfrm>
            <a:off x="560069" y="6199188"/>
            <a:ext cx="10199792" cy="61478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i="1" dirty="0"/>
              <a:t>It may help to think about eigenvalues and eigenvectors in the context of the distribution of points in the neighborhood.</a:t>
            </a:r>
          </a:p>
        </p:txBody>
      </p:sp>
    </p:spTree>
    <p:extLst>
      <p:ext uri="{BB962C8B-B14F-4D97-AF65-F5344CB8AC3E}">
        <p14:creationId xmlns:p14="http://schemas.microsoft.com/office/powerpoint/2010/main" val="20348976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313</Words>
  <Application>Microsoft Office PowerPoint</Application>
  <PresentationFormat>Widescreen</PresentationFormat>
  <Paragraphs>10</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CS 4803/8803 P4A Reflection</vt:lpstr>
      <vt:lpstr>What is the main innovation of Generalized-ICP? How does it expand on ICP variants before it? [1 pt]</vt:lpstr>
      <vt:lpstr>Explain how a point's local neighborhood geometry dictates the shape of the covariance matrix assigned to it.  [1 pt]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Woodward, Matthew C</dc:creator>
  <cp:lastModifiedBy>Mediratta, Ojas</cp:lastModifiedBy>
  <cp:revision>2</cp:revision>
  <dcterms:created xsi:type="dcterms:W3CDTF">2026-04-07T22:05:53Z</dcterms:created>
  <dcterms:modified xsi:type="dcterms:W3CDTF">2026-04-14T17:01:41Z</dcterms:modified>
</cp:coreProperties>
</file>