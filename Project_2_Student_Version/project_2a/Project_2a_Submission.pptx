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53DE93-43C3-8242-AE5A-C391709488D2}" v="5" dt="2026-02-16T01:32:47.3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7"/>
    <p:restoredTop sz="94636"/>
  </p:normalViewPr>
  <p:slideViewPr>
    <p:cSldViewPr snapToGrid="0">
      <p:cViewPr>
        <p:scale>
          <a:sx n="67" d="100"/>
          <a:sy n="67" d="100"/>
        </p:scale>
        <p:origin x="-184" y="15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diratta, Ojas" userId="0b414c54-38e7-421b-b6da-e3c6c1dcc7a6" providerId="ADAL" clId="{DF7E4C28-C197-5838-9C8F-6DD81E6275B3}"/>
    <pc:docChg chg="undo custSel modSld">
      <pc:chgData name="Mediratta, Ojas" userId="0b414c54-38e7-421b-b6da-e3c6c1dcc7a6" providerId="ADAL" clId="{DF7E4C28-C197-5838-9C8F-6DD81E6275B3}" dt="2026-02-16T01:34:13.040" v="1003" actId="20577"/>
      <pc:docMkLst>
        <pc:docMk/>
      </pc:docMkLst>
      <pc:sldChg chg="modSp mod">
        <pc:chgData name="Mediratta, Ojas" userId="0b414c54-38e7-421b-b6da-e3c6c1dcc7a6" providerId="ADAL" clId="{DF7E4C28-C197-5838-9C8F-6DD81E6275B3}" dt="2026-02-15T23:21:56.236" v="63" actId="20577"/>
        <pc:sldMkLst>
          <pc:docMk/>
          <pc:sldMk cId="3651844019" sldId="256"/>
        </pc:sldMkLst>
        <pc:spChg chg="mod">
          <ac:chgData name="Mediratta, Ojas" userId="0b414c54-38e7-421b-b6da-e3c6c1dcc7a6" providerId="ADAL" clId="{DF7E4C28-C197-5838-9C8F-6DD81E6275B3}" dt="2026-02-15T23:21:56.236" v="63" actId="20577"/>
          <ac:spMkLst>
            <pc:docMk/>
            <pc:sldMk cId="3651844019" sldId="256"/>
            <ac:spMk id="3" creationId="{498E9311-0349-FD8A-5F59-792F3D35D5E2}"/>
          </ac:spMkLst>
        </pc:spChg>
      </pc:sldChg>
      <pc:sldChg chg="addSp delSp modSp mod">
        <pc:chgData name="Mediratta, Ojas" userId="0b414c54-38e7-421b-b6da-e3c6c1dcc7a6" providerId="ADAL" clId="{DF7E4C28-C197-5838-9C8F-6DD81E6275B3}" dt="2026-02-16T01:29:53.385" v="782" actId="14826"/>
        <pc:sldMkLst>
          <pc:docMk/>
          <pc:sldMk cId="3031350474" sldId="257"/>
        </pc:sldMkLst>
        <pc:spChg chg="del">
          <ac:chgData name="Mediratta, Ojas" userId="0b414c54-38e7-421b-b6da-e3c6c1dcc7a6" providerId="ADAL" clId="{DF7E4C28-C197-5838-9C8F-6DD81E6275B3}" dt="2026-02-15T23:22:14.558" v="74" actId="478"/>
          <ac:spMkLst>
            <pc:docMk/>
            <pc:sldMk cId="3031350474" sldId="257"/>
            <ac:spMk id="3" creationId="{341FF121-F908-E1F5-76C6-CEA0FFCE26C1}"/>
          </ac:spMkLst>
        </pc:spChg>
        <pc:spChg chg="add del mod">
          <ac:chgData name="Mediratta, Ojas" userId="0b414c54-38e7-421b-b6da-e3c6c1dcc7a6" providerId="ADAL" clId="{DF7E4C28-C197-5838-9C8F-6DD81E6275B3}" dt="2026-02-15T23:22:17.306" v="75" actId="478"/>
          <ac:spMkLst>
            <pc:docMk/>
            <pc:sldMk cId="3031350474" sldId="257"/>
            <ac:spMk id="9" creationId="{FAF0404B-CA64-FAC7-1ACC-BCDFCB6FBCBB}"/>
          </ac:spMkLst>
        </pc:spChg>
        <pc:spChg chg="add del mod">
          <ac:chgData name="Mediratta, Ojas" userId="0b414c54-38e7-421b-b6da-e3c6c1dcc7a6" providerId="ADAL" clId="{DF7E4C28-C197-5838-9C8F-6DD81E6275B3}" dt="2026-02-15T23:22:52.333" v="86"/>
          <ac:spMkLst>
            <pc:docMk/>
            <pc:sldMk cId="3031350474" sldId="257"/>
            <ac:spMk id="10" creationId="{7766EAC5-67E0-EACF-607E-6219F2620D71}"/>
          </ac:spMkLst>
        </pc:spChg>
        <pc:picChg chg="add del mod">
          <ac:chgData name="Mediratta, Ojas" userId="0b414c54-38e7-421b-b6da-e3c6c1dcc7a6" providerId="ADAL" clId="{DF7E4C28-C197-5838-9C8F-6DD81E6275B3}" dt="2026-02-15T23:22:07.910" v="68" actId="478"/>
          <ac:picMkLst>
            <pc:docMk/>
            <pc:sldMk cId="3031350474" sldId="257"/>
            <ac:picMk id="5" creationId="{637D3B6E-098B-1CD6-0193-707E6360CCB3}"/>
          </ac:picMkLst>
        </pc:picChg>
        <pc:picChg chg="add mod modCrop">
          <ac:chgData name="Mediratta, Ojas" userId="0b414c54-38e7-421b-b6da-e3c6c1dcc7a6" providerId="ADAL" clId="{DF7E4C28-C197-5838-9C8F-6DD81E6275B3}" dt="2026-02-16T01:29:53.385" v="782" actId="14826"/>
          <ac:picMkLst>
            <pc:docMk/>
            <pc:sldMk cId="3031350474" sldId="257"/>
            <ac:picMk id="7" creationId="{DAB33A9F-E804-8367-AAAB-D975A1A5FFF4}"/>
          </ac:picMkLst>
        </pc:picChg>
      </pc:sldChg>
      <pc:sldChg chg="modSp mod">
        <pc:chgData name="Mediratta, Ojas" userId="0b414c54-38e7-421b-b6da-e3c6c1dcc7a6" providerId="ADAL" clId="{DF7E4C28-C197-5838-9C8F-6DD81E6275B3}" dt="2026-02-16T01:33:42.689" v="934" actId="20577"/>
        <pc:sldMkLst>
          <pc:docMk/>
          <pc:sldMk cId="2071332587" sldId="258"/>
        </pc:sldMkLst>
        <pc:graphicFrameChg chg="mod modGraphic">
          <ac:chgData name="Mediratta, Ojas" userId="0b414c54-38e7-421b-b6da-e3c6c1dcc7a6" providerId="ADAL" clId="{DF7E4C28-C197-5838-9C8F-6DD81E6275B3}" dt="2026-02-16T01:33:42.689" v="934" actId="20577"/>
          <ac:graphicFrameMkLst>
            <pc:docMk/>
            <pc:sldMk cId="2071332587" sldId="258"/>
            <ac:graphicFrameMk id="7" creationId="{2E828A3D-CF19-0B4B-BC2E-FC3CB247A97D}"/>
          </ac:graphicFrameMkLst>
        </pc:graphicFrameChg>
      </pc:sldChg>
      <pc:sldChg chg="modSp mod">
        <pc:chgData name="Mediratta, Ojas" userId="0b414c54-38e7-421b-b6da-e3c6c1dcc7a6" providerId="ADAL" clId="{DF7E4C28-C197-5838-9C8F-6DD81E6275B3}" dt="2026-02-16T01:34:13.040" v="1003" actId="20577"/>
        <pc:sldMkLst>
          <pc:docMk/>
          <pc:sldMk cId="1711889292" sldId="259"/>
        </pc:sldMkLst>
        <pc:spChg chg="mod">
          <ac:chgData name="Mediratta, Ojas" userId="0b414c54-38e7-421b-b6da-e3c6c1dcc7a6" providerId="ADAL" clId="{DF7E4C28-C197-5838-9C8F-6DD81E6275B3}" dt="2026-02-16T01:34:13.040" v="1003" actId="20577"/>
          <ac:spMkLst>
            <pc:docMk/>
            <pc:sldMk cId="1711889292" sldId="259"/>
            <ac:spMk id="4" creationId="{C0E76564-0423-5040-6D04-C9217CDF9A7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643D2-BD69-6DB1-E756-F47E010F07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E1600A-0BDC-6FB7-5F32-5D6FAB04B6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4F26C2-B3C9-2D53-9B25-4618C14365AA}"/>
              </a:ext>
            </a:extLst>
          </p:cNvPr>
          <p:cNvSpPr>
            <a:spLocks noGrp="1"/>
          </p:cNvSpPr>
          <p:nvPr>
            <p:ph type="dt" sz="half" idx="10"/>
          </p:nvPr>
        </p:nvSpPr>
        <p:spPr/>
        <p:txBody>
          <a:bodyPr/>
          <a:lstStyle/>
          <a:p>
            <a:fld id="{E5406C7D-96B9-4210-A821-CA0D29017C6B}" type="datetimeFigureOut">
              <a:rPr lang="en-US" smtClean="0"/>
              <a:t>2/15/26</a:t>
            </a:fld>
            <a:endParaRPr lang="en-US"/>
          </a:p>
        </p:txBody>
      </p:sp>
      <p:sp>
        <p:nvSpPr>
          <p:cNvPr id="5" name="Footer Placeholder 4">
            <a:extLst>
              <a:ext uri="{FF2B5EF4-FFF2-40B4-BE49-F238E27FC236}">
                <a16:creationId xmlns:a16="http://schemas.microsoft.com/office/drawing/2014/main" id="{D123ED23-A1BC-88D1-F161-4BB3D04D2B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CA91FD-075E-5D5B-5476-5F75C74439A4}"/>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3707338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8DA7B-D719-F2FB-96DC-7FF848D4E8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239D6D-6535-8C4A-C2E9-06A32AB047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9046B6-E289-27D2-6A3C-3EA9BA9DE8C2}"/>
              </a:ext>
            </a:extLst>
          </p:cNvPr>
          <p:cNvSpPr>
            <a:spLocks noGrp="1"/>
          </p:cNvSpPr>
          <p:nvPr>
            <p:ph type="dt" sz="half" idx="10"/>
          </p:nvPr>
        </p:nvSpPr>
        <p:spPr/>
        <p:txBody>
          <a:bodyPr/>
          <a:lstStyle/>
          <a:p>
            <a:fld id="{E5406C7D-96B9-4210-A821-CA0D29017C6B}" type="datetimeFigureOut">
              <a:rPr lang="en-US" smtClean="0"/>
              <a:t>2/15/26</a:t>
            </a:fld>
            <a:endParaRPr lang="en-US"/>
          </a:p>
        </p:txBody>
      </p:sp>
      <p:sp>
        <p:nvSpPr>
          <p:cNvPr id="5" name="Footer Placeholder 4">
            <a:extLst>
              <a:ext uri="{FF2B5EF4-FFF2-40B4-BE49-F238E27FC236}">
                <a16:creationId xmlns:a16="http://schemas.microsoft.com/office/drawing/2014/main" id="{4A232D74-AC33-F5E9-904F-7CA8D10F83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0A4ED7-0B04-EC71-AD6D-2271F108D064}"/>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1434483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5F875-8983-706B-D540-97E08B6682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8C12CD-0226-FE37-9495-A995BFDAA5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EC20D6-CB5C-C48B-278C-DE12F952E28E}"/>
              </a:ext>
            </a:extLst>
          </p:cNvPr>
          <p:cNvSpPr>
            <a:spLocks noGrp="1"/>
          </p:cNvSpPr>
          <p:nvPr>
            <p:ph type="dt" sz="half" idx="10"/>
          </p:nvPr>
        </p:nvSpPr>
        <p:spPr/>
        <p:txBody>
          <a:bodyPr/>
          <a:lstStyle/>
          <a:p>
            <a:fld id="{E5406C7D-96B9-4210-A821-CA0D29017C6B}" type="datetimeFigureOut">
              <a:rPr lang="en-US" smtClean="0"/>
              <a:t>2/15/26</a:t>
            </a:fld>
            <a:endParaRPr lang="en-US"/>
          </a:p>
        </p:txBody>
      </p:sp>
      <p:sp>
        <p:nvSpPr>
          <p:cNvPr id="5" name="Footer Placeholder 4">
            <a:extLst>
              <a:ext uri="{FF2B5EF4-FFF2-40B4-BE49-F238E27FC236}">
                <a16:creationId xmlns:a16="http://schemas.microsoft.com/office/drawing/2014/main" id="{0E549C80-C926-AC01-65F3-85D8A3E41B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345B6A-8362-0DED-5D51-59C43B9A821E}"/>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625183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F35B2-08E3-1876-4D66-E18F2E2BD1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DFFC15-743A-3F91-6070-63223962FC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A9576E6-9BFE-9FC0-11AC-B895376B0B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4C183C-D5B9-4113-F059-21C36B38C033}"/>
              </a:ext>
            </a:extLst>
          </p:cNvPr>
          <p:cNvSpPr>
            <a:spLocks noGrp="1"/>
          </p:cNvSpPr>
          <p:nvPr>
            <p:ph type="dt" sz="half" idx="10"/>
          </p:nvPr>
        </p:nvSpPr>
        <p:spPr/>
        <p:txBody>
          <a:bodyPr/>
          <a:lstStyle/>
          <a:p>
            <a:fld id="{E5406C7D-96B9-4210-A821-CA0D29017C6B}" type="datetimeFigureOut">
              <a:rPr lang="en-US" smtClean="0"/>
              <a:t>2/15/26</a:t>
            </a:fld>
            <a:endParaRPr lang="en-US"/>
          </a:p>
        </p:txBody>
      </p:sp>
      <p:sp>
        <p:nvSpPr>
          <p:cNvPr id="6" name="Footer Placeholder 5">
            <a:extLst>
              <a:ext uri="{FF2B5EF4-FFF2-40B4-BE49-F238E27FC236}">
                <a16:creationId xmlns:a16="http://schemas.microsoft.com/office/drawing/2014/main" id="{46C45E65-3DBD-75EC-6F47-D80A5EE2FA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DFD647-2279-85FF-BB7C-772B6A33163A}"/>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1739150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D3D1E-1F27-984B-4588-557DE6C40A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D8BE35-2755-FD1F-556D-3172D8120C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BBA2A3-41C9-C313-A557-BCC2059ADB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ED669F-B0E8-3E72-E584-4D157F6BD7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60103B-D99C-4CC6-74FD-0D0BABEC98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D10524-8E7F-9B2D-9EE0-BD1185C1EAD8}"/>
              </a:ext>
            </a:extLst>
          </p:cNvPr>
          <p:cNvSpPr>
            <a:spLocks noGrp="1"/>
          </p:cNvSpPr>
          <p:nvPr>
            <p:ph type="dt" sz="half" idx="10"/>
          </p:nvPr>
        </p:nvSpPr>
        <p:spPr/>
        <p:txBody>
          <a:bodyPr/>
          <a:lstStyle/>
          <a:p>
            <a:fld id="{E5406C7D-96B9-4210-A821-CA0D29017C6B}" type="datetimeFigureOut">
              <a:rPr lang="en-US" smtClean="0"/>
              <a:t>2/15/26</a:t>
            </a:fld>
            <a:endParaRPr lang="en-US"/>
          </a:p>
        </p:txBody>
      </p:sp>
      <p:sp>
        <p:nvSpPr>
          <p:cNvPr id="8" name="Footer Placeholder 7">
            <a:extLst>
              <a:ext uri="{FF2B5EF4-FFF2-40B4-BE49-F238E27FC236}">
                <a16:creationId xmlns:a16="http://schemas.microsoft.com/office/drawing/2014/main" id="{CC7F4854-BDA9-E45B-2BAA-438A7C3EC3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EBAA5BF-1F8A-3B2B-6198-1B4ACA469ABA}"/>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755830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DE7B4-8849-15FD-03A1-F1F7740E1C6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251D0F-7149-BDB4-1816-403BBCF81BD3}"/>
              </a:ext>
            </a:extLst>
          </p:cNvPr>
          <p:cNvSpPr>
            <a:spLocks noGrp="1"/>
          </p:cNvSpPr>
          <p:nvPr>
            <p:ph type="dt" sz="half" idx="10"/>
          </p:nvPr>
        </p:nvSpPr>
        <p:spPr/>
        <p:txBody>
          <a:bodyPr/>
          <a:lstStyle/>
          <a:p>
            <a:fld id="{E5406C7D-96B9-4210-A821-CA0D29017C6B}" type="datetimeFigureOut">
              <a:rPr lang="en-US" smtClean="0"/>
              <a:t>2/15/26</a:t>
            </a:fld>
            <a:endParaRPr lang="en-US"/>
          </a:p>
        </p:txBody>
      </p:sp>
      <p:sp>
        <p:nvSpPr>
          <p:cNvPr id="4" name="Footer Placeholder 3">
            <a:extLst>
              <a:ext uri="{FF2B5EF4-FFF2-40B4-BE49-F238E27FC236}">
                <a16:creationId xmlns:a16="http://schemas.microsoft.com/office/drawing/2014/main" id="{CF1910DC-C069-0A1D-5C5B-7DCF0E4322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BC3359-F225-718F-A4B5-E7D2A7465016}"/>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446318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A3E4D3-B04C-9E7A-D9C7-88326C188292}"/>
              </a:ext>
            </a:extLst>
          </p:cNvPr>
          <p:cNvSpPr>
            <a:spLocks noGrp="1"/>
          </p:cNvSpPr>
          <p:nvPr>
            <p:ph type="dt" sz="half" idx="10"/>
          </p:nvPr>
        </p:nvSpPr>
        <p:spPr/>
        <p:txBody>
          <a:bodyPr/>
          <a:lstStyle/>
          <a:p>
            <a:fld id="{E5406C7D-96B9-4210-A821-CA0D29017C6B}" type="datetimeFigureOut">
              <a:rPr lang="en-US" smtClean="0"/>
              <a:t>2/15/26</a:t>
            </a:fld>
            <a:endParaRPr lang="en-US"/>
          </a:p>
        </p:txBody>
      </p:sp>
      <p:sp>
        <p:nvSpPr>
          <p:cNvPr id="3" name="Footer Placeholder 2">
            <a:extLst>
              <a:ext uri="{FF2B5EF4-FFF2-40B4-BE49-F238E27FC236}">
                <a16:creationId xmlns:a16="http://schemas.microsoft.com/office/drawing/2014/main" id="{1981FD00-A0E4-8AB5-BBD9-927EDE7029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383A7F-5BE6-92DE-CABB-7408F024C163}"/>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2474630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BC42B-938D-D2C3-6591-D7A10405ED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6085E5-F05F-44E2-1A61-CC36ECCE41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0B90A5-78F8-8164-CA69-5D58564D51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529931-C80D-DE10-C78A-2C66524DDAA9}"/>
              </a:ext>
            </a:extLst>
          </p:cNvPr>
          <p:cNvSpPr>
            <a:spLocks noGrp="1"/>
          </p:cNvSpPr>
          <p:nvPr>
            <p:ph type="dt" sz="half" idx="10"/>
          </p:nvPr>
        </p:nvSpPr>
        <p:spPr/>
        <p:txBody>
          <a:bodyPr/>
          <a:lstStyle/>
          <a:p>
            <a:fld id="{E5406C7D-96B9-4210-A821-CA0D29017C6B}" type="datetimeFigureOut">
              <a:rPr lang="en-US" smtClean="0"/>
              <a:t>2/15/26</a:t>
            </a:fld>
            <a:endParaRPr lang="en-US"/>
          </a:p>
        </p:txBody>
      </p:sp>
      <p:sp>
        <p:nvSpPr>
          <p:cNvPr id="6" name="Footer Placeholder 5">
            <a:extLst>
              <a:ext uri="{FF2B5EF4-FFF2-40B4-BE49-F238E27FC236}">
                <a16:creationId xmlns:a16="http://schemas.microsoft.com/office/drawing/2014/main" id="{35C6252F-A942-2B27-3DE8-04812156A1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7B124A-9803-71FC-6A0F-C5B8217EB048}"/>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407921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8B20F-0845-3626-6133-FE7E614970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D40D54-B0CB-FB0E-2B3B-B8F612E415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5CD950-7CF9-B689-82C9-800E8336FD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73AAF2-A929-0B8D-8C86-72BB9CE24D31}"/>
              </a:ext>
            </a:extLst>
          </p:cNvPr>
          <p:cNvSpPr>
            <a:spLocks noGrp="1"/>
          </p:cNvSpPr>
          <p:nvPr>
            <p:ph type="dt" sz="half" idx="10"/>
          </p:nvPr>
        </p:nvSpPr>
        <p:spPr/>
        <p:txBody>
          <a:bodyPr/>
          <a:lstStyle/>
          <a:p>
            <a:fld id="{E5406C7D-96B9-4210-A821-CA0D29017C6B}" type="datetimeFigureOut">
              <a:rPr lang="en-US" smtClean="0"/>
              <a:t>2/15/26</a:t>
            </a:fld>
            <a:endParaRPr lang="en-US"/>
          </a:p>
        </p:txBody>
      </p:sp>
      <p:sp>
        <p:nvSpPr>
          <p:cNvPr id="6" name="Footer Placeholder 5">
            <a:extLst>
              <a:ext uri="{FF2B5EF4-FFF2-40B4-BE49-F238E27FC236}">
                <a16:creationId xmlns:a16="http://schemas.microsoft.com/office/drawing/2014/main" id="{A4150CEE-4973-3ED0-1B4E-7A202A743A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7C7F79-A490-5568-06DE-2956135B1CEE}"/>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2725434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6BE3D-3EC0-83A1-1B26-E00B8736AD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AD8E2B-B852-F5E5-4087-4B88CD13B6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030E7F-61B8-71C7-8B15-1BA2F762EC9F}"/>
              </a:ext>
            </a:extLst>
          </p:cNvPr>
          <p:cNvSpPr>
            <a:spLocks noGrp="1"/>
          </p:cNvSpPr>
          <p:nvPr>
            <p:ph type="dt" sz="half" idx="10"/>
          </p:nvPr>
        </p:nvSpPr>
        <p:spPr/>
        <p:txBody>
          <a:bodyPr/>
          <a:lstStyle/>
          <a:p>
            <a:fld id="{E5406C7D-96B9-4210-A821-CA0D29017C6B}" type="datetimeFigureOut">
              <a:rPr lang="en-US" smtClean="0"/>
              <a:t>2/15/26</a:t>
            </a:fld>
            <a:endParaRPr lang="en-US"/>
          </a:p>
        </p:txBody>
      </p:sp>
      <p:sp>
        <p:nvSpPr>
          <p:cNvPr id="5" name="Footer Placeholder 4">
            <a:extLst>
              <a:ext uri="{FF2B5EF4-FFF2-40B4-BE49-F238E27FC236}">
                <a16:creationId xmlns:a16="http://schemas.microsoft.com/office/drawing/2014/main" id="{525398C3-D0CF-3745-1A0F-9110A09493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FE2062-5F55-FB65-F525-3AA410C0AAB5}"/>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2698284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B2EC2B-789C-2ACB-CE0A-94F5E10179A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E7C7EB-948C-72DF-F2C1-8975D76D94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DCDA9B-A537-D707-D430-8508174AD3A5}"/>
              </a:ext>
            </a:extLst>
          </p:cNvPr>
          <p:cNvSpPr>
            <a:spLocks noGrp="1"/>
          </p:cNvSpPr>
          <p:nvPr>
            <p:ph type="dt" sz="half" idx="10"/>
          </p:nvPr>
        </p:nvSpPr>
        <p:spPr/>
        <p:txBody>
          <a:bodyPr/>
          <a:lstStyle/>
          <a:p>
            <a:fld id="{E5406C7D-96B9-4210-A821-CA0D29017C6B}" type="datetimeFigureOut">
              <a:rPr lang="en-US" smtClean="0"/>
              <a:t>2/15/26</a:t>
            </a:fld>
            <a:endParaRPr lang="en-US"/>
          </a:p>
        </p:txBody>
      </p:sp>
      <p:sp>
        <p:nvSpPr>
          <p:cNvPr id="5" name="Footer Placeholder 4">
            <a:extLst>
              <a:ext uri="{FF2B5EF4-FFF2-40B4-BE49-F238E27FC236}">
                <a16:creationId xmlns:a16="http://schemas.microsoft.com/office/drawing/2014/main" id="{49B8A1A7-0E2C-53ED-53EB-B0433E503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D353D3-6C1D-4403-B0CF-7B9191ABCD6B}"/>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2887514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C54262-A1BE-2C4F-3383-A4385976C0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E8B805-B01F-3893-53FA-1F8D902066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DC8857-1E6D-9FDB-6770-A00FFF6C53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406C7D-96B9-4210-A821-CA0D29017C6B}" type="datetimeFigureOut">
              <a:rPr lang="en-US" smtClean="0"/>
              <a:t>2/15/26</a:t>
            </a:fld>
            <a:endParaRPr lang="en-US"/>
          </a:p>
        </p:txBody>
      </p:sp>
      <p:sp>
        <p:nvSpPr>
          <p:cNvPr id="5" name="Footer Placeholder 4">
            <a:extLst>
              <a:ext uri="{FF2B5EF4-FFF2-40B4-BE49-F238E27FC236}">
                <a16:creationId xmlns:a16="http://schemas.microsoft.com/office/drawing/2014/main" id="{13DF8A06-94A5-4778-0191-6427C0F98F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2B91BD9-A7F6-1E1D-A1F0-AABE91F67A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6E99F25-048C-49D1-A62F-02E0783F3D5A}" type="slidenum">
              <a:rPr lang="en-US" smtClean="0"/>
              <a:t>‹#›</a:t>
            </a:fld>
            <a:endParaRPr lang="en-US"/>
          </a:p>
        </p:txBody>
      </p:sp>
    </p:spTree>
    <p:extLst>
      <p:ext uri="{BB962C8B-B14F-4D97-AF65-F5344CB8AC3E}">
        <p14:creationId xmlns:p14="http://schemas.microsoft.com/office/powerpoint/2010/main" val="2843600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omediratta3@gatech.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4E996-FCBC-E219-9017-65F962F1E87B}"/>
              </a:ext>
            </a:extLst>
          </p:cNvPr>
          <p:cNvSpPr>
            <a:spLocks noGrp="1"/>
          </p:cNvSpPr>
          <p:nvPr>
            <p:ph type="ctrTitle"/>
          </p:nvPr>
        </p:nvSpPr>
        <p:spPr>
          <a:xfrm>
            <a:off x="1092201" y="1769533"/>
            <a:ext cx="9872132" cy="1105430"/>
          </a:xfrm>
        </p:spPr>
        <p:txBody>
          <a:bodyPr>
            <a:normAutofit/>
          </a:bodyPr>
          <a:lstStyle/>
          <a:p>
            <a:r>
              <a:rPr lang="en-US" dirty="0"/>
              <a:t>CS 4803/8803 P2a Submission</a:t>
            </a:r>
          </a:p>
        </p:txBody>
      </p:sp>
      <p:sp>
        <p:nvSpPr>
          <p:cNvPr id="3" name="Subtitle 2">
            <a:extLst>
              <a:ext uri="{FF2B5EF4-FFF2-40B4-BE49-F238E27FC236}">
                <a16:creationId xmlns:a16="http://schemas.microsoft.com/office/drawing/2014/main" id="{498E9311-0349-FD8A-5F59-792F3D35D5E2}"/>
              </a:ext>
            </a:extLst>
          </p:cNvPr>
          <p:cNvSpPr>
            <a:spLocks noGrp="1"/>
          </p:cNvSpPr>
          <p:nvPr>
            <p:ph type="subTitle" idx="1"/>
          </p:nvPr>
        </p:nvSpPr>
        <p:spPr>
          <a:xfrm>
            <a:off x="1524000" y="2958571"/>
            <a:ext cx="9144000" cy="1655762"/>
          </a:xfrm>
        </p:spPr>
        <p:txBody>
          <a:bodyPr>
            <a:normAutofit/>
          </a:bodyPr>
          <a:lstStyle/>
          <a:p>
            <a:r>
              <a:rPr lang="en-US" sz="2800" dirty="0"/>
              <a:t>Ojas Mediratta</a:t>
            </a:r>
          </a:p>
          <a:p>
            <a:r>
              <a:rPr lang="en-US" sz="2800" dirty="0">
                <a:hlinkClick r:id="rId2"/>
              </a:rPr>
              <a:t>omediratta3@gatech.edu</a:t>
            </a:r>
            <a:endParaRPr lang="en-US" sz="2800" dirty="0"/>
          </a:p>
          <a:p>
            <a:r>
              <a:rPr lang="en-US" sz="2800" dirty="0"/>
              <a:t>903678112</a:t>
            </a:r>
          </a:p>
        </p:txBody>
      </p:sp>
      <p:sp>
        <p:nvSpPr>
          <p:cNvPr id="4" name="Subtitle 2">
            <a:extLst>
              <a:ext uri="{FF2B5EF4-FFF2-40B4-BE49-F238E27FC236}">
                <a16:creationId xmlns:a16="http://schemas.microsoft.com/office/drawing/2014/main" id="{E6F89707-D23C-D080-96D2-5BCA4BD51F89}"/>
              </a:ext>
            </a:extLst>
          </p:cNvPr>
          <p:cNvSpPr txBox="1">
            <a:spLocks/>
          </p:cNvSpPr>
          <p:nvPr/>
        </p:nvSpPr>
        <p:spPr>
          <a:xfrm>
            <a:off x="850900" y="5015973"/>
            <a:ext cx="10490200" cy="5635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Provide your answer on the appropriate slide. Do not delete or add new slides.</a:t>
            </a:r>
            <a:endParaRPr lang="en-US" sz="2000" dirty="0"/>
          </a:p>
        </p:txBody>
      </p:sp>
    </p:spTree>
    <p:extLst>
      <p:ext uri="{BB962C8B-B14F-4D97-AF65-F5344CB8AC3E}">
        <p14:creationId xmlns:p14="http://schemas.microsoft.com/office/powerpoint/2010/main" val="3651844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D36-EB9E-B066-1BAD-0688F1A33603}"/>
              </a:ext>
            </a:extLst>
          </p:cNvPr>
          <p:cNvSpPr>
            <a:spLocks noGrp="1"/>
          </p:cNvSpPr>
          <p:nvPr>
            <p:ph type="title"/>
          </p:nvPr>
        </p:nvSpPr>
        <p:spPr>
          <a:xfrm>
            <a:off x="838200" y="111125"/>
            <a:ext cx="10515600" cy="1531407"/>
          </a:xfrm>
        </p:spPr>
        <p:txBody>
          <a:bodyPr>
            <a:normAutofit/>
          </a:bodyPr>
          <a:lstStyle/>
          <a:p>
            <a:r>
              <a:rPr lang="en-US" sz="2800" dirty="0"/>
              <a:t>Paste the screenshot of the entire interactive figure showing your best performing trajectory. [6 pts]</a:t>
            </a:r>
          </a:p>
        </p:txBody>
      </p:sp>
      <p:pic>
        <p:nvPicPr>
          <p:cNvPr id="7" name="Picture 6">
            <a:extLst>
              <a:ext uri="{FF2B5EF4-FFF2-40B4-BE49-F238E27FC236}">
                <a16:creationId xmlns:a16="http://schemas.microsoft.com/office/drawing/2014/main" id="{DAB33A9F-E804-8367-AAAB-D975A1A5FFF4}"/>
              </a:ext>
            </a:extLst>
          </p:cNvPr>
          <p:cNvPicPr>
            <a:picLocks noChangeAspect="1"/>
          </p:cNvPicPr>
          <p:nvPr/>
        </p:nvPicPr>
        <p:blipFill>
          <a:blip r:embed="rId2">
            <a:extLst>
              <a:ext uri="{28A0092B-C50C-407E-A947-70E740481C1C}">
                <a14:useLocalDpi xmlns:a14="http://schemas.microsoft.com/office/drawing/2010/main" val="0"/>
              </a:ext>
            </a:extLst>
          </a:blip>
          <a:srcRect l="2508" r="2508"/>
          <a:stretch/>
        </p:blipFill>
        <p:spPr>
          <a:xfrm>
            <a:off x="1684105" y="1747966"/>
            <a:ext cx="8823790" cy="4538717"/>
          </a:xfrm>
          <a:prstGeom prst="rect">
            <a:avLst/>
          </a:prstGeom>
        </p:spPr>
      </p:pic>
    </p:spTree>
    <p:extLst>
      <p:ext uri="{BB962C8B-B14F-4D97-AF65-F5344CB8AC3E}">
        <p14:creationId xmlns:p14="http://schemas.microsoft.com/office/powerpoint/2010/main" val="3031350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FA781-8DBF-9A78-D99D-13A4E79F77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3ED671-FA1C-B23A-DAE2-B9152A013DBE}"/>
              </a:ext>
            </a:extLst>
          </p:cNvPr>
          <p:cNvSpPr>
            <a:spLocks noGrp="1"/>
          </p:cNvSpPr>
          <p:nvPr>
            <p:ph type="title"/>
          </p:nvPr>
        </p:nvSpPr>
        <p:spPr>
          <a:xfrm>
            <a:off x="838200" y="111125"/>
            <a:ext cx="10515600" cy="1751542"/>
          </a:xfrm>
        </p:spPr>
        <p:txBody>
          <a:bodyPr>
            <a:normAutofit/>
          </a:bodyPr>
          <a:lstStyle/>
          <a:p>
            <a:r>
              <a:rPr lang="en-US" sz="2400" dirty="0"/>
              <a:t>Fill in the table indicating the numeric coordinates of your chosen joint angle points. We will use these to verify the screenshot of your trajectory. If necessary, you can use additional rows and resize the table.  If different numbers of points are chosen for the joint angles, leave unused cells blank. [1 pts]</a:t>
            </a:r>
          </a:p>
        </p:txBody>
      </p:sp>
      <p:graphicFrame>
        <p:nvGraphicFramePr>
          <p:cNvPr id="7" name="Table 6">
            <a:extLst>
              <a:ext uri="{FF2B5EF4-FFF2-40B4-BE49-F238E27FC236}">
                <a16:creationId xmlns:a16="http://schemas.microsoft.com/office/drawing/2014/main" id="{2E828A3D-CF19-0B4B-BC2E-FC3CB247A97D}"/>
              </a:ext>
            </a:extLst>
          </p:cNvPr>
          <p:cNvGraphicFramePr>
            <a:graphicFrameLocks noGrp="1"/>
          </p:cNvGraphicFramePr>
          <p:nvPr>
            <p:extLst>
              <p:ext uri="{D42A27DB-BD31-4B8C-83A1-F6EECF244321}">
                <p14:modId xmlns:p14="http://schemas.microsoft.com/office/powerpoint/2010/main" val="2262225096"/>
              </p:ext>
            </p:extLst>
          </p:nvPr>
        </p:nvGraphicFramePr>
        <p:xfrm>
          <a:off x="838200" y="2028612"/>
          <a:ext cx="10515600" cy="2363894"/>
        </p:xfrm>
        <a:graphic>
          <a:graphicData uri="http://schemas.openxmlformats.org/drawingml/2006/table">
            <a:tbl>
              <a:tblPr firstRow="1" bandRow="1">
                <a:tableStyleId>{C4B1156A-380E-4F78-BDF5-A606A8083BF9}</a:tableStyleId>
              </a:tblPr>
              <a:tblGrid>
                <a:gridCol w="2103120">
                  <a:extLst>
                    <a:ext uri="{9D8B030D-6E8A-4147-A177-3AD203B41FA5}">
                      <a16:colId xmlns:a16="http://schemas.microsoft.com/office/drawing/2014/main" val="135207321"/>
                    </a:ext>
                  </a:extLst>
                </a:gridCol>
                <a:gridCol w="2103120">
                  <a:extLst>
                    <a:ext uri="{9D8B030D-6E8A-4147-A177-3AD203B41FA5}">
                      <a16:colId xmlns:a16="http://schemas.microsoft.com/office/drawing/2014/main" val="607379646"/>
                    </a:ext>
                  </a:extLst>
                </a:gridCol>
                <a:gridCol w="2103120">
                  <a:extLst>
                    <a:ext uri="{9D8B030D-6E8A-4147-A177-3AD203B41FA5}">
                      <a16:colId xmlns:a16="http://schemas.microsoft.com/office/drawing/2014/main" val="974530898"/>
                    </a:ext>
                  </a:extLst>
                </a:gridCol>
                <a:gridCol w="2103120">
                  <a:extLst>
                    <a:ext uri="{9D8B030D-6E8A-4147-A177-3AD203B41FA5}">
                      <a16:colId xmlns:a16="http://schemas.microsoft.com/office/drawing/2014/main" val="824693683"/>
                    </a:ext>
                  </a:extLst>
                </a:gridCol>
                <a:gridCol w="2103120">
                  <a:extLst>
                    <a:ext uri="{9D8B030D-6E8A-4147-A177-3AD203B41FA5}">
                      <a16:colId xmlns:a16="http://schemas.microsoft.com/office/drawing/2014/main" val="991481675"/>
                    </a:ext>
                  </a:extLst>
                </a:gridCol>
              </a:tblGrid>
              <a:tr h="370840">
                <a:tc>
                  <a:txBody>
                    <a:bodyPr/>
                    <a:lstStyle/>
                    <a:p>
                      <a:pPr algn="ctr"/>
                      <a:r>
                        <a:rPr lang="en-US" sz="1600" dirty="0"/>
                        <a:t>Point #</a:t>
                      </a:r>
                    </a:p>
                  </a:txBody>
                  <a:tcPr/>
                </a:tc>
                <a:tc>
                  <a:txBody>
                    <a:bodyPr/>
                    <a:lstStyle/>
                    <a:p>
                      <a:pPr algn="ctr"/>
                      <a:r>
                        <a:rPr lang="en-US" sz="1600" baseline="0" dirty="0"/>
                        <a:t>t</a:t>
                      </a:r>
                      <a:r>
                        <a:rPr lang="en-US" sz="1600" baseline="-25000" dirty="0"/>
                        <a:t>1 </a:t>
                      </a:r>
                      <a:r>
                        <a:rPr lang="en-US" sz="1600" baseline="0" dirty="0"/>
                        <a:t>(s)</a:t>
                      </a:r>
                    </a:p>
                  </a:txBody>
                  <a:tcPr/>
                </a:tc>
                <a:tc>
                  <a:txBody>
                    <a:bodyPr/>
                    <a:lstStyle/>
                    <a:p>
                      <a:pPr algn="ctr"/>
                      <a:r>
                        <a:rPr lang="el-GR" sz="1600" dirty="0"/>
                        <a:t>ϑ</a:t>
                      </a:r>
                      <a:r>
                        <a:rPr lang="en-US" sz="1600" baseline="-25000" dirty="0"/>
                        <a:t>1 </a:t>
                      </a:r>
                      <a:r>
                        <a:rPr lang="en-US" sz="1600" baseline="0" dirty="0"/>
                        <a:t>(°)</a:t>
                      </a:r>
                      <a:endParaRPr lang="en-US" sz="1600" baseline="-25000" dirty="0"/>
                    </a:p>
                  </a:txBody>
                  <a:tcPr/>
                </a:tc>
                <a:tc>
                  <a:txBody>
                    <a:bodyPr/>
                    <a:lstStyle/>
                    <a:p>
                      <a:pPr algn="ctr"/>
                      <a:r>
                        <a:rPr lang="en-US" sz="1600" dirty="0"/>
                        <a:t>t</a:t>
                      </a:r>
                      <a:r>
                        <a:rPr lang="en-US" sz="1600" baseline="-25000" dirty="0"/>
                        <a:t>2 </a:t>
                      </a:r>
                      <a:r>
                        <a:rPr lang="en-US" sz="1600" baseline="0" dirty="0"/>
                        <a:t>(s)</a:t>
                      </a:r>
                      <a:endParaRPr lang="en-US" sz="1600" baseline="-25000" dirty="0"/>
                    </a:p>
                  </a:txBody>
                  <a:tcPr/>
                </a:tc>
                <a:tc>
                  <a:txBody>
                    <a:bodyPr/>
                    <a:lstStyle/>
                    <a:p>
                      <a:pPr algn="ctr"/>
                      <a:r>
                        <a:rPr lang="el-GR" sz="1600" dirty="0"/>
                        <a:t>ϑ</a:t>
                      </a:r>
                      <a:r>
                        <a:rPr lang="en-US" sz="1600" baseline="-25000" dirty="0"/>
                        <a:t>2 </a:t>
                      </a:r>
                      <a:r>
                        <a:rPr lang="en-US" sz="1600" baseline="0" dirty="0"/>
                        <a:t>(°)</a:t>
                      </a:r>
                      <a:endParaRPr lang="en-US" sz="1600" baseline="-25000" dirty="0"/>
                    </a:p>
                  </a:txBody>
                  <a:tcPr/>
                </a:tc>
                <a:extLst>
                  <a:ext uri="{0D108BD9-81ED-4DB2-BD59-A6C34878D82A}">
                    <a16:rowId xmlns:a16="http://schemas.microsoft.com/office/drawing/2014/main" val="1192180504"/>
                  </a:ext>
                </a:extLst>
              </a:tr>
              <a:tr h="289561">
                <a:tc>
                  <a:txBody>
                    <a:bodyPr/>
                    <a:lstStyle/>
                    <a:p>
                      <a:pPr algn="ctr"/>
                      <a:r>
                        <a:rPr lang="en-US" sz="1200" dirty="0"/>
                        <a:t>2</a:t>
                      </a:r>
                    </a:p>
                  </a:txBody>
                  <a:tcPr/>
                </a:tc>
                <a:tc>
                  <a:txBody>
                    <a:bodyPr/>
                    <a:lstStyle/>
                    <a:p>
                      <a:pPr algn="ctr"/>
                      <a:r>
                        <a:rPr lang="en-US" sz="1200" dirty="0"/>
                        <a:t>0.00</a:t>
                      </a:r>
                    </a:p>
                  </a:txBody>
                  <a:tcPr/>
                </a:tc>
                <a:tc>
                  <a:txBody>
                    <a:bodyPr/>
                    <a:lstStyle/>
                    <a:p>
                      <a:pPr algn="ctr"/>
                      <a:r>
                        <a:rPr lang="en-US" sz="1200" dirty="0"/>
                        <a:t>-24.38</a:t>
                      </a:r>
                    </a:p>
                  </a:txBody>
                  <a:tcPr/>
                </a:tc>
                <a:tc>
                  <a:txBody>
                    <a:bodyPr/>
                    <a:lstStyle/>
                    <a:p>
                      <a:pPr algn="ctr"/>
                      <a:r>
                        <a:rPr lang="en-US" sz="1200" dirty="0"/>
                        <a:t>0.00</a:t>
                      </a:r>
                    </a:p>
                  </a:txBody>
                  <a:tcPr/>
                </a:tc>
                <a:tc>
                  <a:txBody>
                    <a:bodyPr/>
                    <a:lstStyle/>
                    <a:p>
                      <a:pPr algn="ctr"/>
                      <a:r>
                        <a:rPr lang="en-US" sz="1200" dirty="0"/>
                        <a:t>-11.69</a:t>
                      </a:r>
                    </a:p>
                  </a:txBody>
                  <a:tcPr/>
                </a:tc>
                <a:extLst>
                  <a:ext uri="{0D108BD9-81ED-4DB2-BD59-A6C34878D82A}">
                    <a16:rowId xmlns:a16="http://schemas.microsoft.com/office/drawing/2014/main" val="2359199669"/>
                  </a:ext>
                </a:extLst>
              </a:tr>
              <a:tr h="254000">
                <a:tc>
                  <a:txBody>
                    <a:bodyPr/>
                    <a:lstStyle/>
                    <a:p>
                      <a:pPr algn="ctr"/>
                      <a:r>
                        <a:rPr lang="en-US" sz="1200" dirty="0"/>
                        <a:t>2</a:t>
                      </a:r>
                    </a:p>
                  </a:txBody>
                  <a:tcPr/>
                </a:tc>
                <a:tc>
                  <a:txBody>
                    <a:bodyPr/>
                    <a:lstStyle/>
                    <a:p>
                      <a:pPr algn="ctr"/>
                      <a:r>
                        <a:rPr lang="en-US" sz="1200" dirty="0"/>
                        <a:t>1.00</a:t>
                      </a:r>
                    </a:p>
                  </a:txBody>
                  <a:tcPr/>
                </a:tc>
                <a:tc>
                  <a:txBody>
                    <a:bodyPr/>
                    <a:lstStyle/>
                    <a:p>
                      <a:pPr algn="ctr"/>
                      <a:r>
                        <a:rPr lang="en-US" sz="1200" dirty="0"/>
                        <a:t>46.25</a:t>
                      </a:r>
                    </a:p>
                  </a:txBody>
                  <a:tcPr/>
                </a:tc>
                <a:tc>
                  <a:txBody>
                    <a:bodyPr/>
                    <a:lstStyle/>
                    <a:p>
                      <a:pPr algn="ctr"/>
                      <a:r>
                        <a:rPr lang="en-US" sz="1200" dirty="0"/>
                        <a:t>1.00</a:t>
                      </a:r>
                    </a:p>
                  </a:txBody>
                  <a:tcPr/>
                </a:tc>
                <a:tc>
                  <a:txBody>
                    <a:bodyPr/>
                    <a:lstStyle/>
                    <a:p>
                      <a:pPr algn="ctr"/>
                      <a:r>
                        <a:rPr lang="en-US" sz="1200" dirty="0"/>
                        <a:t>-94.34</a:t>
                      </a:r>
                    </a:p>
                  </a:txBody>
                  <a:tcPr/>
                </a:tc>
                <a:extLst>
                  <a:ext uri="{0D108BD9-81ED-4DB2-BD59-A6C34878D82A}">
                    <a16:rowId xmlns:a16="http://schemas.microsoft.com/office/drawing/2014/main" val="769416976"/>
                  </a:ext>
                </a:extLst>
              </a:tr>
              <a:tr h="309880">
                <a:tc>
                  <a:txBody>
                    <a:bodyPr/>
                    <a:lstStyle/>
                    <a:p>
                      <a:pPr algn="ctr"/>
                      <a:r>
                        <a:rPr lang="en-US" sz="1200" dirty="0"/>
                        <a:t>3</a:t>
                      </a:r>
                    </a:p>
                  </a:txBody>
                  <a:tcPr/>
                </a:tc>
                <a:tc>
                  <a:txBody>
                    <a:bodyPr/>
                    <a:lstStyle/>
                    <a:p>
                      <a:pPr algn="ctr"/>
                      <a:r>
                        <a:rPr lang="en-US" sz="1200" dirty="0"/>
                        <a:t>1.49</a:t>
                      </a:r>
                    </a:p>
                  </a:txBody>
                  <a:tcPr/>
                </a:tc>
                <a:tc>
                  <a:txBody>
                    <a:bodyPr/>
                    <a:lstStyle/>
                    <a:p>
                      <a:pPr algn="ctr"/>
                      <a:r>
                        <a:rPr lang="en-US" sz="1200" dirty="0"/>
                        <a:t>43.25</a:t>
                      </a:r>
                    </a:p>
                  </a:txBody>
                  <a:tcPr/>
                </a:tc>
                <a:tc>
                  <a:txBody>
                    <a:bodyPr/>
                    <a:lstStyle/>
                    <a:p>
                      <a:pPr algn="ctr"/>
                      <a:r>
                        <a:rPr lang="en-US" sz="1200" dirty="0"/>
                        <a:t>1.54</a:t>
                      </a:r>
                    </a:p>
                  </a:txBody>
                  <a:tcPr/>
                </a:tc>
                <a:tc>
                  <a:txBody>
                    <a:bodyPr/>
                    <a:lstStyle/>
                    <a:p>
                      <a:pPr algn="ctr"/>
                      <a:r>
                        <a:rPr lang="en-US" sz="1200" dirty="0"/>
                        <a:t>-40.24</a:t>
                      </a:r>
                    </a:p>
                  </a:txBody>
                  <a:tcPr/>
                </a:tc>
                <a:extLst>
                  <a:ext uri="{0D108BD9-81ED-4DB2-BD59-A6C34878D82A}">
                    <a16:rowId xmlns:a16="http://schemas.microsoft.com/office/drawing/2014/main" val="3688382144"/>
                  </a:ext>
                </a:extLst>
              </a:tr>
              <a:tr h="296333">
                <a:tc>
                  <a:txBody>
                    <a:bodyPr/>
                    <a:lstStyle/>
                    <a:p>
                      <a:pPr algn="ctr"/>
                      <a:r>
                        <a:rPr lang="en-US" sz="1200" dirty="0"/>
                        <a:t>4</a:t>
                      </a:r>
                    </a:p>
                  </a:txBody>
                  <a:tcPr/>
                </a:tc>
                <a:tc>
                  <a:txBody>
                    <a:bodyPr/>
                    <a:lstStyle/>
                    <a:p>
                      <a:pPr algn="ctr"/>
                      <a:r>
                        <a:rPr lang="en-US" sz="1200" dirty="0"/>
                        <a:t>2.00</a:t>
                      </a:r>
                    </a:p>
                  </a:txBody>
                  <a:tcPr/>
                </a:tc>
                <a:tc>
                  <a:txBody>
                    <a:bodyPr/>
                    <a:lstStyle/>
                    <a:p>
                      <a:pPr algn="ctr"/>
                      <a:r>
                        <a:rPr lang="en-US" sz="1200" dirty="0"/>
                        <a:t>41.74</a:t>
                      </a:r>
                    </a:p>
                  </a:txBody>
                  <a:tcPr/>
                </a:tc>
                <a:tc>
                  <a:txBody>
                    <a:bodyPr/>
                    <a:lstStyle/>
                    <a:p>
                      <a:pPr algn="ctr"/>
                      <a:r>
                        <a:rPr lang="en-US" sz="1200" dirty="0"/>
                        <a:t>2.00</a:t>
                      </a:r>
                    </a:p>
                  </a:txBody>
                  <a:tcPr/>
                </a:tc>
                <a:tc>
                  <a:txBody>
                    <a:bodyPr/>
                    <a:lstStyle/>
                    <a:p>
                      <a:pPr algn="ctr"/>
                      <a:r>
                        <a:rPr lang="en-US" sz="1200" dirty="0"/>
                        <a:t>-22.21</a:t>
                      </a:r>
                    </a:p>
                  </a:txBody>
                  <a:tcPr/>
                </a:tc>
                <a:extLst>
                  <a:ext uri="{0D108BD9-81ED-4DB2-BD59-A6C34878D82A}">
                    <a16:rowId xmlns:a16="http://schemas.microsoft.com/office/drawing/2014/main" val="259248788"/>
                  </a:ext>
                </a:extLst>
              </a:tr>
              <a:tr h="262466">
                <a:tc>
                  <a:txBody>
                    <a:bodyPr/>
                    <a:lstStyle/>
                    <a:p>
                      <a:pPr algn="ctr"/>
                      <a:r>
                        <a:rPr lang="en-US" sz="1200" dirty="0"/>
                        <a:t>5</a:t>
                      </a:r>
                    </a:p>
                  </a:txBody>
                  <a:tcPr/>
                </a:tc>
                <a:tc>
                  <a:txBody>
                    <a:bodyPr/>
                    <a:lstStyle/>
                    <a:p>
                      <a:pPr algn="ctr"/>
                      <a:r>
                        <a:rPr lang="en-US" sz="1200" dirty="0"/>
                        <a:t>3.00</a:t>
                      </a:r>
                    </a:p>
                  </a:txBody>
                  <a:tcPr/>
                </a:tc>
                <a:tc>
                  <a:txBody>
                    <a:bodyPr/>
                    <a:lstStyle/>
                    <a:p>
                      <a:pPr algn="ctr"/>
                      <a:r>
                        <a:rPr lang="en-US" sz="1200" dirty="0"/>
                        <a:t>40.24</a:t>
                      </a:r>
                    </a:p>
                  </a:txBody>
                  <a:tcPr/>
                </a:tc>
                <a:tc>
                  <a:txBody>
                    <a:bodyPr/>
                    <a:lstStyle/>
                    <a:p>
                      <a:pPr algn="ctr"/>
                      <a:r>
                        <a:rPr lang="en-US" sz="1200" dirty="0"/>
                        <a:t>3.00</a:t>
                      </a:r>
                    </a:p>
                  </a:txBody>
                  <a:tcPr/>
                </a:tc>
                <a:tc>
                  <a:txBody>
                    <a:bodyPr/>
                    <a:lstStyle/>
                    <a:p>
                      <a:pPr algn="ctr"/>
                      <a:r>
                        <a:rPr lang="en-US" sz="1200" dirty="0"/>
                        <a:t>-58.27</a:t>
                      </a:r>
                    </a:p>
                  </a:txBody>
                  <a:tcPr/>
                </a:tc>
                <a:extLst>
                  <a:ext uri="{0D108BD9-81ED-4DB2-BD59-A6C34878D82A}">
                    <a16:rowId xmlns:a16="http://schemas.microsoft.com/office/drawing/2014/main" val="3239341657"/>
                  </a:ext>
                </a:extLst>
              </a:tr>
              <a:tr h="262466">
                <a:tc>
                  <a:txBody>
                    <a:bodyPr/>
                    <a:lstStyle/>
                    <a:p>
                      <a:pPr algn="ctr"/>
                      <a:r>
                        <a:rPr lang="en-US" sz="1200" dirty="0"/>
                        <a:t>6</a:t>
                      </a:r>
                    </a:p>
                  </a:txBody>
                  <a:tcPr/>
                </a:tc>
                <a:tc>
                  <a:txBody>
                    <a:bodyPr/>
                    <a:lstStyle/>
                    <a:p>
                      <a:pPr algn="ctr"/>
                      <a:r>
                        <a:rPr lang="en-US" sz="1200" dirty="0"/>
                        <a:t>4.00</a:t>
                      </a:r>
                    </a:p>
                  </a:txBody>
                  <a:tcPr/>
                </a:tc>
                <a:tc>
                  <a:txBody>
                    <a:bodyPr/>
                    <a:lstStyle/>
                    <a:p>
                      <a:pPr algn="ctr"/>
                      <a:r>
                        <a:rPr lang="en-US" sz="1200" dirty="0"/>
                        <a:t>17.70</a:t>
                      </a:r>
                    </a:p>
                  </a:txBody>
                  <a:tcPr/>
                </a:tc>
                <a:tc>
                  <a:txBody>
                    <a:bodyPr/>
                    <a:lstStyle/>
                    <a:p>
                      <a:pPr algn="ctr"/>
                      <a:r>
                        <a:rPr lang="en-US" sz="1200" dirty="0"/>
                        <a:t>4.00</a:t>
                      </a:r>
                    </a:p>
                  </a:txBody>
                  <a:tcPr/>
                </a:tc>
                <a:tc>
                  <a:txBody>
                    <a:bodyPr/>
                    <a:lstStyle/>
                    <a:p>
                      <a:pPr algn="ctr"/>
                      <a:r>
                        <a:rPr lang="en-US" sz="1200" dirty="0"/>
                        <a:t>-59.78</a:t>
                      </a:r>
                    </a:p>
                  </a:txBody>
                  <a:tcPr/>
                </a:tc>
                <a:extLst>
                  <a:ext uri="{0D108BD9-81ED-4DB2-BD59-A6C34878D82A}">
                    <a16:rowId xmlns:a16="http://schemas.microsoft.com/office/drawing/2014/main" val="3200756821"/>
                  </a:ext>
                </a:extLst>
              </a:tr>
              <a:tr h="262466">
                <a:tc>
                  <a:txBody>
                    <a:bodyPr/>
                    <a:lstStyle/>
                    <a:p>
                      <a:pPr algn="ctr"/>
                      <a:r>
                        <a:rPr lang="en-US" sz="1200" dirty="0"/>
                        <a:t>7</a:t>
                      </a:r>
                    </a:p>
                  </a:txBody>
                  <a:tcPr/>
                </a:tc>
                <a:tc>
                  <a:txBody>
                    <a:bodyPr/>
                    <a:lstStyle/>
                    <a:p>
                      <a:pPr algn="ctr"/>
                      <a:r>
                        <a:rPr lang="en-US" sz="1200" dirty="0"/>
                        <a:t>4.53</a:t>
                      </a:r>
                    </a:p>
                  </a:txBody>
                  <a:tcPr/>
                </a:tc>
                <a:tc>
                  <a:txBody>
                    <a:bodyPr/>
                    <a:lstStyle/>
                    <a:p>
                      <a:pPr algn="ctr"/>
                      <a:r>
                        <a:rPr lang="en-US" sz="1200" dirty="0"/>
                        <a:t>-19.87</a:t>
                      </a:r>
                    </a:p>
                  </a:txBody>
                  <a:tcPr/>
                </a:tc>
                <a:tc>
                  <a:txBody>
                    <a:bodyPr/>
                    <a:lstStyle/>
                    <a:p>
                      <a:pPr algn="ctr"/>
                      <a:r>
                        <a:rPr lang="en-US" sz="1200" dirty="0"/>
                        <a:t>4.70</a:t>
                      </a:r>
                    </a:p>
                  </a:txBody>
                  <a:tcPr/>
                </a:tc>
                <a:tc>
                  <a:txBody>
                    <a:bodyPr/>
                    <a:lstStyle/>
                    <a:p>
                      <a:pPr algn="ctr"/>
                      <a:r>
                        <a:rPr lang="en-US" sz="1200" dirty="0"/>
                        <a:t>-10.19</a:t>
                      </a:r>
                    </a:p>
                  </a:txBody>
                  <a:tcPr/>
                </a:tc>
                <a:extLst>
                  <a:ext uri="{0D108BD9-81ED-4DB2-BD59-A6C34878D82A}">
                    <a16:rowId xmlns:a16="http://schemas.microsoft.com/office/drawing/2014/main" val="3816211176"/>
                  </a:ext>
                </a:extLst>
              </a:tr>
            </a:tbl>
          </a:graphicData>
        </a:graphic>
      </p:graphicFrame>
    </p:spTree>
    <p:extLst>
      <p:ext uri="{BB962C8B-B14F-4D97-AF65-F5344CB8AC3E}">
        <p14:creationId xmlns:p14="http://schemas.microsoft.com/office/powerpoint/2010/main" val="2071332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1ABCC-35BB-2714-C065-B9625D2EC4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DF19BF-F63E-7B07-9E9D-D4518EC37660}"/>
              </a:ext>
            </a:extLst>
          </p:cNvPr>
          <p:cNvSpPr>
            <a:spLocks noGrp="1"/>
          </p:cNvSpPr>
          <p:nvPr>
            <p:ph type="title"/>
          </p:nvPr>
        </p:nvSpPr>
        <p:spPr>
          <a:xfrm>
            <a:off x="838200" y="48683"/>
            <a:ext cx="10515600" cy="1776942"/>
          </a:xfrm>
        </p:spPr>
        <p:txBody>
          <a:bodyPr>
            <a:normAutofit/>
          </a:bodyPr>
          <a:lstStyle/>
          <a:p>
            <a:r>
              <a:rPr lang="en-US" sz="2800" dirty="0"/>
              <a:t>What was your strategy to obtain your best trajectory? What worked and what didn’t? Did you notice any trends when changing the location of your chosen points or increasing the number of chosen points? [3 pts]</a:t>
            </a:r>
          </a:p>
        </p:txBody>
      </p:sp>
      <p:sp>
        <p:nvSpPr>
          <p:cNvPr id="4" name="Content Placeholder 2">
            <a:extLst>
              <a:ext uri="{FF2B5EF4-FFF2-40B4-BE49-F238E27FC236}">
                <a16:creationId xmlns:a16="http://schemas.microsoft.com/office/drawing/2014/main" id="{C0E76564-0423-5040-6D04-C9217CDF9A77}"/>
              </a:ext>
            </a:extLst>
          </p:cNvPr>
          <p:cNvSpPr>
            <a:spLocks noGrp="1"/>
          </p:cNvSpPr>
          <p:nvPr>
            <p:ph idx="1"/>
          </p:nvPr>
        </p:nvSpPr>
        <p:spPr>
          <a:xfrm>
            <a:off x="838200" y="1825625"/>
            <a:ext cx="10515600" cy="4351338"/>
          </a:xfrm>
        </p:spPr>
        <p:txBody>
          <a:bodyPr>
            <a:normAutofit/>
          </a:bodyPr>
          <a:lstStyle/>
          <a:p>
            <a:pPr marL="0" indent="0">
              <a:buNone/>
            </a:pPr>
            <a:r>
              <a:rPr lang="en-US" sz="2400" i="1" dirty="0"/>
              <a:t>I walked around a bit in my own home to try and get a better intuition of what the walking motion looks like. After playing around with the plotter, I figured out a trajectory shape that made sense to what I observed from my own gait. I started by adjusting theta 1 to get the pose of the legs at t0-t5 to match the general area where I wanted them to be, then adjusted theta 2 to bend the knees for the swing part of the walk. Adding points helped me keep the path from dipping below y </a:t>
            </a:r>
            <a:r>
              <a:rPr lang="en-US" sz="2400" i="1"/>
              <a:t>= 0. </a:t>
            </a:r>
            <a:endParaRPr lang="en-US" sz="2400" i="1" dirty="0"/>
          </a:p>
        </p:txBody>
      </p:sp>
    </p:spTree>
    <p:extLst>
      <p:ext uri="{BB962C8B-B14F-4D97-AF65-F5344CB8AC3E}">
        <p14:creationId xmlns:p14="http://schemas.microsoft.com/office/powerpoint/2010/main" val="17118892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TotalTime>
  <Words>314</Words>
  <Application>Microsoft Macintosh PowerPoint</Application>
  <PresentationFormat>Widescreen</PresentationFormat>
  <Paragraphs>49</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CS 4803/8803 P2a Submission</vt:lpstr>
      <vt:lpstr>Paste the screenshot of the entire interactive figure showing your best performing trajectory. [6 pts]</vt:lpstr>
      <vt:lpstr>Fill in the table indicating the numeric coordinates of your chosen joint angle points. We will use these to verify the screenshot of your trajectory. If necessary, you can use additional rows and resize the table.  If different numbers of points are chosen for the joint angles, leave unused cells blank. [1 pts]</vt:lpstr>
      <vt:lpstr>What was your strategy to obtain your best trajectory? What worked and what didn’t? Did you notice any trends when changing the location of your chosen points or increasing the number of chosen points? [3 pts]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Divyam Kumar</dc:creator>
  <cp:lastModifiedBy>Ojas Mediratta</cp:lastModifiedBy>
  <cp:revision>28</cp:revision>
  <dcterms:created xsi:type="dcterms:W3CDTF">2026-01-24T09:19:25Z</dcterms:created>
  <dcterms:modified xsi:type="dcterms:W3CDTF">2026-02-16T01:34:16Z</dcterms:modified>
</cp:coreProperties>
</file>